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.xml" ContentType="application/vnd.openxmlformats-officedocument.themeOverride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charts/chart7.xml" ContentType="application/vnd.openxmlformats-officedocument.drawingml.chart+xml"/>
  <Override PartName="/ppt/drawings/drawing7.xml" ContentType="application/vnd.openxmlformats-officedocument.drawingml.chartshapes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8.xml" ContentType="application/vnd.openxmlformats-officedocument.drawingml.chartshapes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9.xml" ContentType="application/vnd.openxmlformats-officedocument.drawingml.chartshapes+xml"/>
  <Override PartName="/ppt/notesSlides/notesSlide1.xml" ContentType="application/vnd.openxmlformats-officedocument.presentationml.notesSlid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10.xml" ContentType="application/vnd.openxmlformats-officedocument.drawingml.chartshapes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11.xml" ContentType="application/vnd.openxmlformats-officedocument.drawingml.chartshapes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12.xml" ContentType="application/vnd.openxmlformats-officedocument.drawingml.chartshapes+xml"/>
  <Override PartName="/ppt/charts/chart1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13.xml" ContentType="application/vnd.openxmlformats-officedocument.drawingml.chartshapes+xml"/>
  <Override PartName="/ppt/charts/chart1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14.xml" ContentType="application/vnd.openxmlformats-officedocument.drawingml.chartshapes+xml"/>
  <Override PartName="/ppt/charts/chart17.xml" ContentType="application/vnd.openxmlformats-officedocument.drawingml.chart+xml"/>
  <Override PartName="/ppt/drawings/drawing15.xml" ContentType="application/vnd.openxmlformats-officedocument.drawingml.chartshapes+xml"/>
  <Override PartName="/ppt/charts/chart18.xml" ContentType="application/vnd.openxmlformats-officedocument.drawingml.chart+xml"/>
  <Override PartName="/ppt/drawings/drawing16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5348" r:id="rId2"/>
  </p:sldMasterIdLst>
  <p:notesMasterIdLst>
    <p:notesMasterId r:id="rId14"/>
  </p:notesMasterIdLst>
  <p:handoutMasterIdLst>
    <p:handoutMasterId r:id="rId15"/>
  </p:handoutMasterIdLst>
  <p:sldIdLst>
    <p:sldId id="420" r:id="rId3"/>
    <p:sldId id="623" r:id="rId4"/>
    <p:sldId id="324" r:id="rId5"/>
    <p:sldId id="619" r:id="rId6"/>
    <p:sldId id="620" r:id="rId7"/>
    <p:sldId id="621" r:id="rId8"/>
    <p:sldId id="622" r:id="rId9"/>
    <p:sldId id="325" r:id="rId10"/>
    <p:sldId id="328" r:id="rId11"/>
    <p:sldId id="603" r:id="rId12"/>
    <p:sldId id="675" r:id="rId13"/>
  </p:sldIdLst>
  <p:sldSz cx="9144000" cy="5143500" type="screen16x9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0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cIntyre, Stacy" initials="MS" lastIdx="18" clrIdx="0">
    <p:extLst>
      <p:ext uri="{19B8F6BF-5375-455C-9EA6-DF929625EA0E}">
        <p15:presenceInfo xmlns:p15="http://schemas.microsoft.com/office/powerpoint/2012/main" userId="S-1-5-21-2005352356-2018378189-366286951-2041" providerId="AD"/>
      </p:ext>
    </p:extLst>
  </p:cmAuthor>
  <p:cmAuthor id="2" name="Kahan, Ari" initials="KA" lastIdx="4" clrIdx="1">
    <p:extLst>
      <p:ext uri="{19B8F6BF-5375-455C-9EA6-DF929625EA0E}">
        <p15:presenceInfo xmlns:p15="http://schemas.microsoft.com/office/powerpoint/2012/main" userId="S-1-5-21-2005352356-2018378189-366286951-35880" providerId="AD"/>
      </p:ext>
    </p:extLst>
  </p:cmAuthor>
  <p:cmAuthor id="3" name="Preciado, James" initials="PJ" lastIdx="12" clrIdx="2">
    <p:extLst>
      <p:ext uri="{19B8F6BF-5375-455C-9EA6-DF929625EA0E}">
        <p15:presenceInfo xmlns:p15="http://schemas.microsoft.com/office/powerpoint/2012/main" userId="S-1-5-21-2005352356-2018378189-366286951-10748" providerId="AD"/>
      </p:ext>
    </p:extLst>
  </p:cmAuthor>
  <p:cmAuthor id="4" name="Diefenderfer, Jim" initials="DJ" lastIdx="29" clrIdx="3">
    <p:extLst>
      <p:ext uri="{19B8F6BF-5375-455C-9EA6-DF929625EA0E}">
        <p15:presenceInfo xmlns:p15="http://schemas.microsoft.com/office/powerpoint/2012/main" userId="S-1-5-21-2005352356-2018378189-366286951-8639" providerId="AD"/>
      </p:ext>
    </p:extLst>
  </p:cmAuthor>
  <p:cmAuthor id="5" name="Bowman, Michelle" initials="BM" lastIdx="14" clrIdx="4">
    <p:extLst>
      <p:ext uri="{19B8F6BF-5375-455C-9EA6-DF929625EA0E}">
        <p15:presenceInfo xmlns:p15="http://schemas.microsoft.com/office/powerpoint/2012/main" userId="S-1-5-21-2005352356-2018378189-366286951-16138" providerId="AD"/>
      </p:ext>
    </p:extLst>
  </p:cmAuthor>
  <p:cmAuthor id="6" name="Marquardt, Christopher J." initials="MCJ" lastIdx="34" clrIdx="5">
    <p:extLst>
      <p:ext uri="{19B8F6BF-5375-455C-9EA6-DF929625EA0E}">
        <p15:presenceInfo xmlns:p15="http://schemas.microsoft.com/office/powerpoint/2012/main" userId="S-1-5-21-2005352356-2018378189-366286951-437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169DD8"/>
    <a:srgbClr val="C5600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86" autoAdjust="0"/>
    <p:restoredTop sz="96552" autoAdjust="0"/>
  </p:normalViewPr>
  <p:slideViewPr>
    <p:cSldViewPr snapToGrid="0">
      <p:cViewPr varScale="1">
        <p:scale>
          <a:sx n="150" d="100"/>
          <a:sy n="150" d="100"/>
        </p:scale>
        <p:origin x="732" y="76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-13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-34692"/>
    </p:cViewPr>
  </p:sorterViewPr>
  <p:notesViewPr>
    <p:cSldViewPr snapToGrid="0">
      <p:cViewPr>
        <p:scale>
          <a:sx n="100" d="100"/>
          <a:sy n="100" d="100"/>
        </p:scale>
        <p:origin x="1580" y="36"/>
      </p:cViewPr>
      <p:guideLst>
        <p:guide orient="horz" pos="2924"/>
        <p:guide pos="2200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5.xml"/><Relationship Id="rId1" Type="http://schemas.microsoft.com/office/2011/relationships/chartStyle" Target="style5.xml"/><Relationship Id="rId5" Type="http://schemas.openxmlformats.org/officeDocument/2006/relationships/chartUserShapes" Target="../drawings/drawing5.xml"/><Relationship Id="rId4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9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10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1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1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13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14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5.xml"/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6.xml"/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86284604339817"/>
          <c:y val="3.2065602204304322E-2"/>
          <c:w val="0.82823013256064348"/>
          <c:h val="0.847961054018564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OECD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3.4865103644959645</c:v>
                </c:pt>
                <c:pt idx="2">
                  <c:v>1.2108152177831455</c:v>
                </c:pt>
                <c:pt idx="3">
                  <c:v>1.4851779183232106</c:v>
                </c:pt>
                <c:pt idx="4">
                  <c:v>2.4387120311021304</c:v>
                </c:pt>
                <c:pt idx="5">
                  <c:v>0.4401820365060205</c:v>
                </c:pt>
                <c:pt idx="6">
                  <c:v>1.8306895541609247</c:v>
                </c:pt>
                <c:pt idx="7">
                  <c:v>3.1147261631817802</c:v>
                </c:pt>
                <c:pt idx="8">
                  <c:v>2.8539706949635368</c:v>
                </c:pt>
                <c:pt idx="9">
                  <c:v>1.3033493347928582</c:v>
                </c:pt>
                <c:pt idx="10">
                  <c:v>-5.255450454075862</c:v>
                </c:pt>
                <c:pt idx="11">
                  <c:v>5.0690609597159542</c:v>
                </c:pt>
                <c:pt idx="12">
                  <c:v>4.3692186755642348</c:v>
                </c:pt>
                <c:pt idx="13">
                  <c:v>2.8698473769009465</c:v>
                </c:pt>
                <c:pt idx="14">
                  <c:v>2.0620440804726803</c:v>
                </c:pt>
                <c:pt idx="15">
                  <c:v>1.8664554077639559</c:v>
                </c:pt>
                <c:pt idx="16">
                  <c:v>1.6735029821529634</c:v>
                </c:pt>
                <c:pt idx="17">
                  <c:v>1.5334197014060802</c:v>
                </c:pt>
                <c:pt idx="18">
                  <c:v>1.4550005575920677</c:v>
                </c:pt>
                <c:pt idx="19">
                  <c:v>1.3981638304594537</c:v>
                </c:pt>
                <c:pt idx="20">
                  <c:v>1.4611354455294825</c:v>
                </c:pt>
                <c:pt idx="21">
                  <c:v>1.4974908416837132</c:v>
                </c:pt>
                <c:pt idx="22">
                  <c:v>1.4973386077570705</c:v>
                </c:pt>
                <c:pt idx="23">
                  <c:v>1.5076217075520093</c:v>
                </c:pt>
                <c:pt idx="24">
                  <c:v>1.5387030342855381</c:v>
                </c:pt>
                <c:pt idx="25">
                  <c:v>1.5046056528630114</c:v>
                </c:pt>
                <c:pt idx="26">
                  <c:v>1.4128457422655227</c:v>
                </c:pt>
                <c:pt idx="27">
                  <c:v>1.3718748548729123</c:v>
                </c:pt>
                <c:pt idx="28">
                  <c:v>1.3911548095514981</c:v>
                </c:pt>
                <c:pt idx="29">
                  <c:v>1.4170826338437914</c:v>
                </c:pt>
                <c:pt idx="30">
                  <c:v>1.4395500145334197</c:v>
                </c:pt>
                <c:pt idx="31">
                  <c:v>1.4374547402982831</c:v>
                </c:pt>
                <c:pt idx="32">
                  <c:v>1.4745740605052404</c:v>
                </c:pt>
                <c:pt idx="33">
                  <c:v>1.4891207317402566</c:v>
                </c:pt>
                <c:pt idx="34">
                  <c:v>1.4735687426199462</c:v>
                </c:pt>
                <c:pt idx="35">
                  <c:v>1.4515166897442588</c:v>
                </c:pt>
                <c:pt idx="36">
                  <c:v>1.4243006562280502</c:v>
                </c:pt>
                <c:pt idx="37">
                  <c:v>1.4083574571351232</c:v>
                </c:pt>
                <c:pt idx="38">
                  <c:v>1.4361604391428529</c:v>
                </c:pt>
                <c:pt idx="39">
                  <c:v>1.4390770537586972</c:v>
                </c:pt>
                <c:pt idx="40">
                  <c:v>1.4200366769490549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non-OECD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7.5622242757291023</c:v>
                </c:pt>
                <c:pt idx="2">
                  <c:v>5.6325435768082475</c:v>
                </c:pt>
                <c:pt idx="3">
                  <c:v>5.8906883564782353</c:v>
                </c:pt>
                <c:pt idx="4">
                  <c:v>5.6260079953502027</c:v>
                </c:pt>
                <c:pt idx="5">
                  <c:v>4.5099929146161122</c:v>
                </c:pt>
                <c:pt idx="6">
                  <c:v>4.8964473201944294</c:v>
                </c:pt>
                <c:pt idx="7">
                  <c:v>5.1609877172159813</c:v>
                </c:pt>
                <c:pt idx="8">
                  <c:v>5.0927075458274915</c:v>
                </c:pt>
                <c:pt idx="9">
                  <c:v>3.9703029628394888</c:v>
                </c:pt>
                <c:pt idx="10">
                  <c:v>-0.84728936830588131</c:v>
                </c:pt>
                <c:pt idx="11">
                  <c:v>8.2080066367159041</c:v>
                </c:pt>
                <c:pt idx="12">
                  <c:v>5.0909603878107621</c:v>
                </c:pt>
                <c:pt idx="13">
                  <c:v>4.5865559136233358</c:v>
                </c:pt>
                <c:pt idx="14">
                  <c:v>4.3158996726730736</c:v>
                </c:pt>
                <c:pt idx="15">
                  <c:v>4.1595060211661936</c:v>
                </c:pt>
                <c:pt idx="16">
                  <c:v>4.0632316130793988</c:v>
                </c:pt>
                <c:pt idx="17">
                  <c:v>3.9339052750541281</c:v>
                </c:pt>
                <c:pt idx="18">
                  <c:v>3.8194188457827409</c:v>
                </c:pt>
                <c:pt idx="19">
                  <c:v>3.7182133729564577</c:v>
                </c:pt>
                <c:pt idx="20">
                  <c:v>3.6282733633548729</c:v>
                </c:pt>
                <c:pt idx="21">
                  <c:v>3.5368041088696955</c:v>
                </c:pt>
                <c:pt idx="22">
                  <c:v>3.4093466359111697</c:v>
                </c:pt>
                <c:pt idx="23">
                  <c:v>3.290446394309265</c:v>
                </c:pt>
                <c:pt idx="24">
                  <c:v>3.1811458905609324</c:v>
                </c:pt>
                <c:pt idx="25">
                  <c:v>3.0830942202338285</c:v>
                </c:pt>
                <c:pt idx="26">
                  <c:v>2.971333120301201</c:v>
                </c:pt>
                <c:pt idx="27">
                  <c:v>2.8692656723379395</c:v>
                </c:pt>
                <c:pt idx="28">
                  <c:v>2.7940899027678823</c:v>
                </c:pt>
                <c:pt idx="29">
                  <c:v>2.7411005118245013</c:v>
                </c:pt>
                <c:pt idx="30">
                  <c:v>2.684394653132971</c:v>
                </c:pt>
                <c:pt idx="31">
                  <c:v>2.6230966402294387</c:v>
                </c:pt>
                <c:pt idx="32">
                  <c:v>2.5888466897899587</c:v>
                </c:pt>
                <c:pt idx="33">
                  <c:v>2.5456724119309326</c:v>
                </c:pt>
                <c:pt idx="34">
                  <c:v>2.4845373268383319</c:v>
                </c:pt>
                <c:pt idx="35">
                  <c:v>2.4118710241405554</c:v>
                </c:pt>
                <c:pt idx="36">
                  <c:v>2.3177156176266367</c:v>
                </c:pt>
                <c:pt idx="37">
                  <c:v>2.2402296219449669</c:v>
                </c:pt>
                <c:pt idx="38">
                  <c:v>2.1731479465628256</c:v>
                </c:pt>
                <c:pt idx="39">
                  <c:v>2.1047130989373608</c:v>
                </c:pt>
                <c:pt idx="40">
                  <c:v>2.0220566737538359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38038448"/>
        <c:axId val="938038992"/>
      </c:lineChart>
      <c:catAx>
        <c:axId val="938038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38992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93803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38448"/>
        <c:crossesAt val="11"/>
        <c:crossBetween val="midCat"/>
        <c:dispUnits>
          <c:builtInUnit val="hundre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0" baseline="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20064158646835E-2"/>
          <c:y val="3.2065602204304322E-2"/>
          <c:w val="0.70197291636887926"/>
          <c:h val="0.8535386491016278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OECD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74.67641696258984</c:v>
                </c:pt>
                <c:pt idx="1">
                  <c:v>73.383314837292204</c:v>
                </c:pt>
                <c:pt idx="2">
                  <c:v>83.716305674327742</c:v>
                </c:pt>
                <c:pt idx="3">
                  <c:v>90.024995289128327</c:v>
                </c:pt>
                <c:pt idx="4">
                  <c:v>97.472392541224082</c:v>
                </c:pt>
              </c:numCache>
            </c:numRef>
          </c:val>
        </c:ser>
        <c:ser>
          <c:idx val="4"/>
          <c:order val="1"/>
          <c:tx>
            <c:strRef>
              <c:f>Sheet1!$C$1</c:f>
              <c:strCache>
                <c:ptCount val="1"/>
                <c:pt idx="0">
                  <c:v>non-OECD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144.93165838663262</c:v>
                </c:pt>
                <c:pt idx="1">
                  <c:v>167.60583130790354</c:v>
                </c:pt>
                <c:pt idx="2">
                  <c:v>206.63839279273614</c:v>
                </c:pt>
                <c:pt idx="3">
                  <c:v>237.4080124975616</c:v>
                </c:pt>
                <c:pt idx="4">
                  <c:v>263.84131137550901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4"/>
        <c:overlap val="100"/>
        <c:axId val="938050960"/>
        <c:axId val="938036816"/>
        <c:extLst/>
      </c:barChart>
      <c:catAx>
        <c:axId val="938050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36816"/>
        <c:crosses val="autoZero"/>
        <c:auto val="1"/>
        <c:lblAlgn val="ctr"/>
        <c:lblOffset val="100"/>
        <c:noMultiLvlLbl val="0"/>
      </c:catAx>
      <c:valAx>
        <c:axId val="938036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50960"/>
        <c:crossesAt val="3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aseline="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257876011210276E-2"/>
          <c:y val="2.7663902139035523E-2"/>
          <c:w val="0.76278437010682443"/>
          <c:h val="0.87040744755881982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Other Asia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2349.5370000000007</c:v>
                </c:pt>
                <c:pt idx="1">
                  <c:v>3226.2260000000001</c:v>
                </c:pt>
                <c:pt idx="2">
                  <c:v>4866.4609999999984</c:v>
                </c:pt>
                <c:pt idx="3">
                  <c:v>6901.3990000000003</c:v>
                </c:pt>
                <c:pt idx="4">
                  <c:v>9240.6180000000004</c:v>
                </c:pt>
              </c:numCache>
            </c:numRef>
          </c:val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6503.3440000000001</c:v>
                </c:pt>
                <c:pt idx="1">
                  <c:v>13217.73</c:v>
                </c:pt>
                <c:pt idx="2">
                  <c:v>17835.009999999998</c:v>
                </c:pt>
                <c:pt idx="3">
                  <c:v>19963.919999999998</c:v>
                </c:pt>
                <c:pt idx="4">
                  <c:v>21104.14</c:v>
                </c:pt>
              </c:numCache>
            </c:numRef>
          </c:val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1821.5260000000001</c:v>
                </c:pt>
                <c:pt idx="1">
                  <c:v>3310.5309999999999</c:v>
                </c:pt>
                <c:pt idx="2">
                  <c:v>6949.1459999999997</c:v>
                </c:pt>
                <c:pt idx="3">
                  <c:v>11817.7</c:v>
                </c:pt>
                <c:pt idx="4">
                  <c:v>17233.490000000002</c:v>
                </c:pt>
              </c:numCache>
            </c:numRef>
          </c:val>
        </c:ser>
        <c:ser>
          <c:idx val="4"/>
          <c:order val="3"/>
          <c:tx>
            <c:strRef>
              <c:f>Sheet1!$E$1</c:f>
              <c:strCache>
                <c:ptCount val="1"/>
                <c:pt idx="0">
                  <c:v>OECD Europe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4578.5529999999999</c:v>
                </c:pt>
                <c:pt idx="1">
                  <c:v>4488.1140000000014</c:v>
                </c:pt>
                <c:pt idx="2">
                  <c:v>5255.5059999999985</c:v>
                </c:pt>
                <c:pt idx="3">
                  <c:v>5760.1840000000002</c:v>
                </c:pt>
                <c:pt idx="4">
                  <c:v>6308.643</c:v>
                </c:pt>
              </c:numCache>
            </c:numRef>
          </c:val>
        </c:ser>
        <c:ser>
          <c:idx val="1"/>
          <c:order val="4"/>
          <c:tx>
            <c:strRef>
              <c:f>Sheet1!$F$1</c:f>
              <c:strCache>
                <c:ptCount val="1"/>
                <c:pt idx="0">
                  <c:v>Rest Of World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15074.017599999999</c:v>
                </c:pt>
                <c:pt idx="1">
                  <c:v>15568.6698</c:v>
                </c:pt>
                <c:pt idx="2">
                  <c:v>19329.514299999995</c:v>
                </c:pt>
                <c:pt idx="3">
                  <c:v>22257.148099999995</c:v>
                </c:pt>
                <c:pt idx="4">
                  <c:v>25218.5723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38042800"/>
        <c:axId val="938041712"/>
      </c:barChart>
      <c:catAx>
        <c:axId val="938042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41712"/>
        <c:crosses val="autoZero"/>
        <c:auto val="1"/>
        <c:lblAlgn val="ctr"/>
        <c:lblOffset val="100"/>
        <c:noMultiLvlLbl val="0"/>
      </c:catAx>
      <c:valAx>
        <c:axId val="93804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42800"/>
        <c:crossesAt val="3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13448159790633"/>
          <c:y val="2.9779676115268792E-2"/>
          <c:w val="0.552211234416635"/>
          <c:h val="0.86528953610875325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non-manufacturing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22.315871556765675</c:v>
                </c:pt>
                <c:pt idx="1">
                  <c:v>29.665732060339071</c:v>
                </c:pt>
                <c:pt idx="2">
                  <c:v>33.873897863322391</c:v>
                </c:pt>
                <c:pt idx="3">
                  <c:v>37.253615958821996</c:v>
                </c:pt>
                <c:pt idx="4">
                  <c:v>40.252679409386225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non-energy-intensive manufacturing and non-manufacturing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63.763814128516252</c:v>
                </c:pt>
                <c:pt idx="1">
                  <c:v>70.55547636797418</c:v>
                </c:pt>
                <c:pt idx="2">
                  <c:v>93.760941208086678</c:v>
                </c:pt>
                <c:pt idx="3">
                  <c:v>111.83775840803156</c:v>
                </c:pt>
                <c:pt idx="4">
                  <c:v>127.10882934389991</c:v>
                </c:pt>
              </c:numCache>
            </c:numRef>
          </c:val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energy-intensive manufacturing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112.4017296829612</c:v>
                </c:pt>
                <c:pt idx="1">
                  <c:v>137.79033193341976</c:v>
                </c:pt>
                <c:pt idx="2">
                  <c:v>159.76361079607759</c:v>
                </c:pt>
                <c:pt idx="3">
                  <c:v>175.32489363066537</c:v>
                </c:pt>
                <c:pt idx="4">
                  <c:v>190.81122214048352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938040624"/>
        <c:axId val="938043344"/>
        <c:extLst/>
      </c:barChart>
      <c:catAx>
        <c:axId val="938040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43344"/>
        <c:crosses val="autoZero"/>
        <c:auto val="1"/>
        <c:lblAlgn val="ctr"/>
        <c:lblOffset val="100"/>
        <c:noMultiLvlLbl val="0"/>
      </c:catAx>
      <c:valAx>
        <c:axId val="938043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040624"/>
        <c:crossesAt val="3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aseline="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008333903013506"/>
          <c:y val="3.0036035622993961E-2"/>
          <c:w val="0.55922639504316107"/>
          <c:h val="0.86176766015123918"/>
        </c:manualLayout>
      </c:layout>
      <c:areaChart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non-manufacturing</c:v>
                </c:pt>
              </c:strCache>
            </c:strRef>
          </c:tx>
          <c:spPr>
            <a:solidFill>
              <a:srgbClr val="5D9732">
                <a:lumMod val="50000"/>
              </a:srgbClr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28710.78471</c:v>
                </c:pt>
                <c:pt idx="1">
                  <c:v>30065.275940000003</c:v>
                </c:pt>
                <c:pt idx="2">
                  <c:v>30848.164540000002</c:v>
                </c:pt>
                <c:pt idx="3">
                  <c:v>32055.527140000009</c:v>
                </c:pt>
                <c:pt idx="4">
                  <c:v>33390.188829999999</c:v>
                </c:pt>
                <c:pt idx="5">
                  <c:v>34420.336070000005</c:v>
                </c:pt>
                <c:pt idx="6">
                  <c:v>35558.440890000005</c:v>
                </c:pt>
                <c:pt idx="7">
                  <c:v>36403.006869999997</c:v>
                </c:pt>
                <c:pt idx="8">
                  <c:v>37355.509039999997</c:v>
                </c:pt>
                <c:pt idx="9">
                  <c:v>38079.589870000003</c:v>
                </c:pt>
                <c:pt idx="10">
                  <c:v>37043.377780000003</c:v>
                </c:pt>
                <c:pt idx="11">
                  <c:v>39092.093280000001</c:v>
                </c:pt>
                <c:pt idx="12">
                  <c:v>40683.037920000002</c:v>
                </c:pt>
                <c:pt idx="13">
                  <c:v>42122.157960000004</c:v>
                </c:pt>
                <c:pt idx="14">
                  <c:v>43466.010989999988</c:v>
                </c:pt>
                <c:pt idx="15">
                  <c:v>44753.859279999997</c:v>
                </c:pt>
                <c:pt idx="16">
                  <c:v>46030.910639999987</c:v>
                </c:pt>
                <c:pt idx="17">
                  <c:v>47297.379200000003</c:v>
                </c:pt>
                <c:pt idx="18">
                  <c:v>48565.59721</c:v>
                </c:pt>
                <c:pt idx="19">
                  <c:v>49831.787530000009</c:v>
                </c:pt>
                <c:pt idx="20">
                  <c:v>51112.350289999995</c:v>
                </c:pt>
                <c:pt idx="21">
                  <c:v>52392.77001</c:v>
                </c:pt>
                <c:pt idx="22">
                  <c:v>53662.108670000001</c:v>
                </c:pt>
                <c:pt idx="23">
                  <c:v>54930.538070000002</c:v>
                </c:pt>
                <c:pt idx="24">
                  <c:v>56198.577030000008</c:v>
                </c:pt>
                <c:pt idx="25">
                  <c:v>57456.615360000011</c:v>
                </c:pt>
                <c:pt idx="26">
                  <c:v>58699.312960000003</c:v>
                </c:pt>
                <c:pt idx="27">
                  <c:v>59938.99283000001</c:v>
                </c:pt>
                <c:pt idx="28">
                  <c:v>61199.267800000001</c:v>
                </c:pt>
                <c:pt idx="29">
                  <c:v>62480.264720000006</c:v>
                </c:pt>
                <c:pt idx="30">
                  <c:v>63761.604800000008</c:v>
                </c:pt>
                <c:pt idx="31">
                  <c:v>65044.269849999997</c:v>
                </c:pt>
                <c:pt idx="32">
                  <c:v>66340.958209999997</c:v>
                </c:pt>
                <c:pt idx="33">
                  <c:v>67648.129820000002</c:v>
                </c:pt>
                <c:pt idx="34">
                  <c:v>68956.996799999994</c:v>
                </c:pt>
                <c:pt idx="35">
                  <c:v>70256.194399999993</c:v>
                </c:pt>
                <c:pt idx="36">
                  <c:v>71544.02827999997</c:v>
                </c:pt>
                <c:pt idx="37">
                  <c:v>72835.587269999989</c:v>
                </c:pt>
                <c:pt idx="38">
                  <c:v>74125.752510000006</c:v>
                </c:pt>
                <c:pt idx="39">
                  <c:v>75412.172860000006</c:v>
                </c:pt>
                <c:pt idx="40">
                  <c:v>76699.249200000035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non-energy-intensive</c:v>
                </c:pt>
              </c:strCache>
            </c:strRef>
          </c:tx>
          <c:spPr>
            <a:solidFill>
              <a:srgbClr val="5D9732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33168.201350000003</c:v>
                </c:pt>
                <c:pt idx="1">
                  <c:v>35987.536729999985</c:v>
                </c:pt>
                <c:pt idx="2">
                  <c:v>37458.266719999985</c:v>
                </c:pt>
                <c:pt idx="3">
                  <c:v>39381.685700000002</c:v>
                </c:pt>
                <c:pt idx="4">
                  <c:v>41740.034540000001</c:v>
                </c:pt>
                <c:pt idx="5">
                  <c:v>43457.401540000006</c:v>
                </c:pt>
                <c:pt idx="6">
                  <c:v>45396.844070000006</c:v>
                </c:pt>
                <c:pt idx="7">
                  <c:v>48465.66825000001</c:v>
                </c:pt>
                <c:pt idx="8">
                  <c:v>50912.228629999998</c:v>
                </c:pt>
                <c:pt idx="9">
                  <c:v>52203.46396999999</c:v>
                </c:pt>
                <c:pt idx="10">
                  <c:v>51348.290389999987</c:v>
                </c:pt>
                <c:pt idx="11">
                  <c:v>56603.160910000013</c:v>
                </c:pt>
                <c:pt idx="12">
                  <c:v>59437.06332999999</c:v>
                </c:pt>
                <c:pt idx="13">
                  <c:v>61949.079729999998</c:v>
                </c:pt>
                <c:pt idx="14">
                  <c:v>64057.605930000012</c:v>
                </c:pt>
                <c:pt idx="15">
                  <c:v>66060.092379999987</c:v>
                </c:pt>
                <c:pt idx="16">
                  <c:v>68083.165820000009</c:v>
                </c:pt>
                <c:pt idx="17">
                  <c:v>70134.570020000014</c:v>
                </c:pt>
                <c:pt idx="18">
                  <c:v>72203.091570000004</c:v>
                </c:pt>
                <c:pt idx="19">
                  <c:v>74301.928730000014</c:v>
                </c:pt>
                <c:pt idx="20">
                  <c:v>76444.712729999999</c:v>
                </c:pt>
                <c:pt idx="21">
                  <c:v>78607.852510000012</c:v>
                </c:pt>
                <c:pt idx="22">
                  <c:v>80757.003919999988</c:v>
                </c:pt>
                <c:pt idx="23">
                  <c:v>82887.656260000003</c:v>
                </c:pt>
                <c:pt idx="24">
                  <c:v>85005.673889999976</c:v>
                </c:pt>
                <c:pt idx="25">
                  <c:v>87098.492770000012</c:v>
                </c:pt>
                <c:pt idx="26">
                  <c:v>89141.122830000022</c:v>
                </c:pt>
                <c:pt idx="27">
                  <c:v>91136.797790000041</c:v>
                </c:pt>
                <c:pt idx="28">
                  <c:v>93117.47099999999</c:v>
                </c:pt>
                <c:pt idx="29">
                  <c:v>95105.445949999994</c:v>
                </c:pt>
                <c:pt idx="30">
                  <c:v>97094.267299999978</c:v>
                </c:pt>
                <c:pt idx="31">
                  <c:v>99067.356639999998</c:v>
                </c:pt>
                <c:pt idx="32">
                  <c:v>101080.58365</c:v>
                </c:pt>
                <c:pt idx="33">
                  <c:v>103118.19163</c:v>
                </c:pt>
                <c:pt idx="34">
                  <c:v>105147.32435</c:v>
                </c:pt>
                <c:pt idx="35">
                  <c:v>107151.09890000004</c:v>
                </c:pt>
                <c:pt idx="36">
                  <c:v>109096.56555</c:v>
                </c:pt>
                <c:pt idx="37">
                  <c:v>110989.09829999995</c:v>
                </c:pt>
                <c:pt idx="38">
                  <c:v>112862.67557000001</c:v>
                </c:pt>
                <c:pt idx="39">
                  <c:v>114706.95909</c:v>
                </c:pt>
                <c:pt idx="40">
                  <c:v>116491.77149999994</c:v>
                </c:pt>
              </c:numCache>
            </c:numRef>
          </c:val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energy-intensive</c:v>
                </c:pt>
              </c:strCache>
            </c:strRef>
          </c:tx>
          <c:spPr>
            <a:solidFill>
              <a:srgbClr val="5D9732">
                <a:lumMod val="60000"/>
                <a:lumOff val="40000"/>
              </a:srgbClr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25748.424599999998</c:v>
                </c:pt>
                <c:pt idx="1">
                  <c:v>27753.670699999999</c:v>
                </c:pt>
                <c:pt idx="2">
                  <c:v>28916.752099999994</c:v>
                </c:pt>
                <c:pt idx="3">
                  <c:v>30219.129400000005</c:v>
                </c:pt>
                <c:pt idx="4">
                  <c:v>31637.954600000001</c:v>
                </c:pt>
                <c:pt idx="5">
                  <c:v>31058.1423</c:v>
                </c:pt>
                <c:pt idx="6">
                  <c:v>32190.585899999998</c:v>
                </c:pt>
                <c:pt idx="7">
                  <c:v>33190.682500000003</c:v>
                </c:pt>
                <c:pt idx="8">
                  <c:v>34636.000800000002</c:v>
                </c:pt>
                <c:pt idx="9">
                  <c:v>35658.491299999994</c:v>
                </c:pt>
                <c:pt idx="10">
                  <c:v>35323.156799999997</c:v>
                </c:pt>
                <c:pt idx="11">
                  <c:v>37677.619400000003</c:v>
                </c:pt>
                <c:pt idx="12">
                  <c:v>39153.893300000003</c:v>
                </c:pt>
                <c:pt idx="13">
                  <c:v>40482.975700000003</c:v>
                </c:pt>
                <c:pt idx="14">
                  <c:v>41697.100200000001</c:v>
                </c:pt>
                <c:pt idx="15">
                  <c:v>42900.417400000013</c:v>
                </c:pt>
                <c:pt idx="16">
                  <c:v>44111.7163</c:v>
                </c:pt>
                <c:pt idx="17">
                  <c:v>45321.114200000004</c:v>
                </c:pt>
                <c:pt idx="18">
                  <c:v>46531.366800000003</c:v>
                </c:pt>
                <c:pt idx="19">
                  <c:v>47743.912700000008</c:v>
                </c:pt>
                <c:pt idx="20">
                  <c:v>48980.131300000001</c:v>
                </c:pt>
                <c:pt idx="21">
                  <c:v>50218.939700000003</c:v>
                </c:pt>
                <c:pt idx="22">
                  <c:v>51440.164100000002</c:v>
                </c:pt>
                <c:pt idx="23">
                  <c:v>52653.20410000001</c:v>
                </c:pt>
                <c:pt idx="24">
                  <c:v>53864.975100000003</c:v>
                </c:pt>
                <c:pt idx="25">
                  <c:v>55072.103600000002</c:v>
                </c:pt>
                <c:pt idx="26">
                  <c:v>56259.142200000002</c:v>
                </c:pt>
                <c:pt idx="27">
                  <c:v>57422.661400000012</c:v>
                </c:pt>
                <c:pt idx="28">
                  <c:v>58582.301600000006</c:v>
                </c:pt>
                <c:pt idx="29">
                  <c:v>59758.020999999993</c:v>
                </c:pt>
                <c:pt idx="30">
                  <c:v>60940.167099999999</c:v>
                </c:pt>
                <c:pt idx="31">
                  <c:v>62119.931100000009</c:v>
                </c:pt>
                <c:pt idx="32">
                  <c:v>63321.019599999992</c:v>
                </c:pt>
                <c:pt idx="33">
                  <c:v>64531.110600000022</c:v>
                </c:pt>
                <c:pt idx="34">
                  <c:v>65744.451199999996</c:v>
                </c:pt>
                <c:pt idx="35">
                  <c:v>66957.109300000011</c:v>
                </c:pt>
                <c:pt idx="36">
                  <c:v>68146.327700000009</c:v>
                </c:pt>
                <c:pt idx="37">
                  <c:v>69323.165500000003</c:v>
                </c:pt>
                <c:pt idx="38">
                  <c:v>70495.641899999988</c:v>
                </c:pt>
                <c:pt idx="39">
                  <c:v>71657.32190000001</c:v>
                </c:pt>
                <c:pt idx="40">
                  <c:v>72796.820300000007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102781.327</c:v>
                </c:pt>
                <c:pt idx="1">
                  <c:v>107297.819</c:v>
                </c:pt>
                <c:pt idx="2">
                  <c:v>111050.31299999997</c:v>
                </c:pt>
                <c:pt idx="3">
                  <c:v>114692.90699999999</c:v>
                </c:pt>
                <c:pt idx="4">
                  <c:v>118674.27599999998</c:v>
                </c:pt>
                <c:pt idx="5">
                  <c:v>122647.13800000001</c:v>
                </c:pt>
                <c:pt idx="6">
                  <c:v>126729.68999999994</c:v>
                </c:pt>
                <c:pt idx="7">
                  <c:v>132125.33800000002</c:v>
                </c:pt>
                <c:pt idx="8">
                  <c:v>137685.93599999999</c:v>
                </c:pt>
                <c:pt idx="9">
                  <c:v>142131.88399999999</c:v>
                </c:pt>
                <c:pt idx="10">
                  <c:v>137294.274</c:v>
                </c:pt>
                <c:pt idx="11">
                  <c:v>145826.28200000006</c:v>
                </c:pt>
                <c:pt idx="12">
                  <c:v>153357.848</c:v>
                </c:pt>
                <c:pt idx="13">
                  <c:v>159560.07499999998</c:v>
                </c:pt>
                <c:pt idx="14">
                  <c:v>165399.68099999998</c:v>
                </c:pt>
                <c:pt idx="15">
                  <c:v>171273.04499999998</c:v>
                </c:pt>
                <c:pt idx="16">
                  <c:v>177079.35299999997</c:v>
                </c:pt>
                <c:pt idx="17">
                  <c:v>182793.91</c:v>
                </c:pt>
                <c:pt idx="18">
                  <c:v>188495.78699999998</c:v>
                </c:pt>
                <c:pt idx="19">
                  <c:v>194211.74899999998</c:v>
                </c:pt>
                <c:pt idx="20">
                  <c:v>200054.33199999999</c:v>
                </c:pt>
                <c:pt idx="21">
                  <c:v>206036.35</c:v>
                </c:pt>
                <c:pt idx="22">
                  <c:v>212073.18700000001</c:v>
                </c:pt>
                <c:pt idx="23">
                  <c:v>218163.89299999992</c:v>
                </c:pt>
                <c:pt idx="24">
                  <c:v>224329.45800000001</c:v>
                </c:pt>
                <c:pt idx="25">
                  <c:v>230520.00300000011</c:v>
                </c:pt>
                <c:pt idx="26">
                  <c:v>236642.12299999999</c:v>
                </c:pt>
                <c:pt idx="27">
                  <c:v>242758.66</c:v>
                </c:pt>
                <c:pt idx="28">
                  <c:v>248942.976</c:v>
                </c:pt>
                <c:pt idx="29">
                  <c:v>255221.51199999999</c:v>
                </c:pt>
                <c:pt idx="30">
                  <c:v>261608.31600000002</c:v>
                </c:pt>
                <c:pt idx="31">
                  <c:v>268069.15000000002</c:v>
                </c:pt>
                <c:pt idx="32">
                  <c:v>274654.22700000001</c:v>
                </c:pt>
                <c:pt idx="33">
                  <c:v>281328.82200000004</c:v>
                </c:pt>
                <c:pt idx="34">
                  <c:v>288024.27900000004</c:v>
                </c:pt>
                <c:pt idx="35">
                  <c:v>294708.61400000012</c:v>
                </c:pt>
                <c:pt idx="36">
                  <c:v>301334.66700000002</c:v>
                </c:pt>
                <c:pt idx="37">
                  <c:v>307932.571</c:v>
                </c:pt>
                <c:pt idx="38">
                  <c:v>314562.8899999999</c:v>
                </c:pt>
                <c:pt idx="39">
                  <c:v>321186.777</c:v>
                </c:pt>
                <c:pt idx="40">
                  <c:v>327732.37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8037360"/>
        <c:axId val="938039536"/>
      </c:areaChart>
      <c:catAx>
        <c:axId val="938037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3803953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938039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0"/>
        <c:majorTickMark val="none"/>
        <c:minorTickMark val="none"/>
        <c:tickLblPos val="low"/>
        <c:spPr>
          <a:noFill/>
          <a:ln w="12700" cap="flat" cmpd="sng" algn="ctr">
            <a:solidFill>
              <a:srgbClr val="FFFFFF">
                <a:lumMod val="65000"/>
              </a:srgbClr>
            </a:solidFill>
            <a:prstDash val="dash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38037360"/>
        <c:crossesAt val="11"/>
        <c:crossBetween val="midCat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 baseline="0">
          <a:solidFill>
            <a:schemeClr val="tx1"/>
          </a:solidFill>
        </a:defRPr>
      </a:pPr>
      <a:endParaRPr lang="en-US"/>
    </a:p>
  </c:txPr>
  <c:externalData r:id="rId4">
    <c:autoUpdate val="0"/>
  </c:externalData>
  <c:userShapes r:id="rId5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0847684455749"/>
          <c:y val="0.13354323053515696"/>
          <c:w val="0.81658292450262293"/>
          <c:h val="0.7473786449462378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Energy-Intensive manufacturing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15444.510899999999</c:v>
                </c:pt>
                <c:pt idx="1">
                  <c:v>24933.552500000002</c:v>
                </c:pt>
                <c:pt idx="2">
                  <c:v>36528.472000000002</c:v>
                </c:pt>
                <c:pt idx="3">
                  <c:v>47092.751799999991</c:v>
                </c:pt>
                <c:pt idx="4">
                  <c:v>57399.177500000013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Non-Energy Intensive manufacturing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18962.641950000001</c:v>
                </c:pt>
                <c:pt idx="1">
                  <c:v>35074.439279999984</c:v>
                </c:pt>
                <c:pt idx="2">
                  <c:v>55021.255660000003</c:v>
                </c:pt>
                <c:pt idx="3">
                  <c:v>72261.936199999967</c:v>
                </c:pt>
                <c:pt idx="4">
                  <c:v>87525.713849999986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Non-Manufacturing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20265.848760000001</c:v>
                </c:pt>
                <c:pt idx="1">
                  <c:v>27685.446830000001</c:v>
                </c:pt>
                <c:pt idx="2">
                  <c:v>39489.293139999994</c:v>
                </c:pt>
                <c:pt idx="3">
                  <c:v>50468.128260000012</c:v>
                </c:pt>
                <c:pt idx="4">
                  <c:v>61654.524500000007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44866.205999999998</c:v>
                </c:pt>
                <c:pt idx="1">
                  <c:v>70300.37099999997</c:v>
                </c:pt>
                <c:pt idx="2">
                  <c:v>115370.01400000001</c:v>
                </c:pt>
                <c:pt idx="3">
                  <c:v>163126.22699999998</c:v>
                </c:pt>
                <c:pt idx="4">
                  <c:v>213468.03899999999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035063104"/>
        <c:axId val="1035070176"/>
      </c:barChart>
      <c:catAx>
        <c:axId val="1035063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12700">
            <a:solidFill>
              <a:schemeClr val="tx1"/>
            </a:solidFill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1035070176"/>
        <c:crosses val="autoZero"/>
        <c:auto val="1"/>
        <c:lblAlgn val="ctr"/>
        <c:lblOffset val="100"/>
        <c:noMultiLvlLbl val="0"/>
      </c:catAx>
      <c:valAx>
        <c:axId val="10350701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0%" sourceLinked="0"/>
        <c:majorTickMark val="none"/>
        <c:minorTickMark val="none"/>
        <c:tickLblPos val="low"/>
        <c:spPr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1035063104"/>
        <c:crossesAt val="3"/>
        <c:crossBetween val="between"/>
      </c:valAx>
    </c:plotArea>
    <c:plotVisOnly val="1"/>
    <c:dispBlanksAs val="gap"/>
    <c:showDLblsOverMax val="0"/>
  </c:chart>
  <c:spPr>
    <a:solidFill>
      <a:schemeClr val="bg1"/>
    </a:solidFill>
    <a:ln>
      <a:noFill/>
    </a:ln>
  </c:spPr>
  <c:txPr>
    <a:bodyPr/>
    <a:lstStyle/>
    <a:p>
      <a:pPr>
        <a:defRPr sz="9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97901295035419"/>
          <c:y val="0.13022206500805722"/>
          <c:w val="0.81658292450262293"/>
          <c:h val="0.750700153283810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Energy-Intensive manufacturing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10303.913699999999</c:v>
                </c:pt>
                <c:pt idx="1">
                  <c:v>10389.604300000001</c:v>
                </c:pt>
                <c:pt idx="2">
                  <c:v>12451.659299999999</c:v>
                </c:pt>
                <c:pt idx="3">
                  <c:v>13847.415300000001</c:v>
                </c:pt>
                <c:pt idx="4">
                  <c:v>15397.6428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Non-Energy Intensive manufacturing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14205.559399999998</c:v>
                </c:pt>
                <c:pt idx="1">
                  <c:v>16273.85111</c:v>
                </c:pt>
                <c:pt idx="2">
                  <c:v>21423.45707</c:v>
                </c:pt>
                <c:pt idx="3">
                  <c:v>24832.331099999999</c:v>
                </c:pt>
                <c:pt idx="4">
                  <c:v>28966.057649999999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Non-Manufacturing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8444.935950000001</c:v>
                </c:pt>
                <c:pt idx="1">
                  <c:v>9357.9309500000018</c:v>
                </c:pt>
                <c:pt idx="2">
                  <c:v>11623.057150000001</c:v>
                </c:pt>
                <c:pt idx="3">
                  <c:v>13293.476540000001</c:v>
                </c:pt>
                <c:pt idx="4">
                  <c:v>15044.724700000001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57915.120999999999</c:v>
                </c:pt>
                <c:pt idx="1">
                  <c:v>66993.902999999991</c:v>
                </c:pt>
                <c:pt idx="2">
                  <c:v>84684.318000000014</c:v>
                </c:pt>
                <c:pt idx="3">
                  <c:v>98482.089000000007</c:v>
                </c:pt>
                <c:pt idx="4">
                  <c:v>114264.33099999999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035059296"/>
        <c:axId val="1035060928"/>
      </c:barChart>
      <c:catAx>
        <c:axId val="10350592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12700">
            <a:solidFill>
              <a:schemeClr val="tx1"/>
            </a:solidFill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1035060928"/>
        <c:crosses val="autoZero"/>
        <c:auto val="1"/>
        <c:lblAlgn val="ctr"/>
        <c:lblOffset val="100"/>
        <c:tickMarkSkip val="1"/>
        <c:noMultiLvlLbl val="0"/>
      </c:catAx>
      <c:valAx>
        <c:axId val="1035060928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0%" sourceLinked="0"/>
        <c:majorTickMark val="none"/>
        <c:minorTickMark val="none"/>
        <c:tickLblPos val="low"/>
        <c:spPr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1035059296"/>
        <c:crossesAt val="3"/>
        <c:crossBetween val="between"/>
      </c:valAx>
    </c:plotArea>
    <c:plotVisOnly val="1"/>
    <c:dispBlanksAs val="gap"/>
    <c:showDLblsOverMax val="0"/>
  </c:chart>
  <c:spPr>
    <a:solidFill>
      <a:schemeClr val="bg1"/>
    </a:solidFill>
    <a:ln>
      <a:noFill/>
    </a:ln>
  </c:spPr>
  <c:txPr>
    <a:bodyPr/>
    <a:lstStyle/>
    <a:p>
      <a:pPr>
        <a:defRPr sz="9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0847684455749"/>
          <c:y val="7.7604607755423979E-2"/>
          <c:w val="0.81658292450262293"/>
          <c:h val="0.80331769238990036"/>
        </c:manualLayout>
      </c:layout>
      <c:areaChart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series3</c:v>
                </c:pt>
              </c:strCache>
            </c:strRef>
          </c:tx>
          <c:spPr>
            <a:solidFill>
              <a:schemeClr val="tx1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8.8957665329748501</c:v>
                </c:pt>
                <c:pt idx="1">
                  <c:v>9.0256407871142699</c:v>
                </c:pt>
                <c:pt idx="2">
                  <c:v>8.881587842419993</c:v>
                </c:pt>
                <c:pt idx="3">
                  <c:v>8.8430238115359963</c:v>
                </c:pt>
                <c:pt idx="4">
                  <c:v>8.8675978079498101</c:v>
                </c:pt>
                <c:pt idx="5">
                  <c:v>8.7723368404716684</c:v>
                </c:pt>
                <c:pt idx="6">
                  <c:v>8.211768731407501</c:v>
                </c:pt>
                <c:pt idx="7">
                  <c:v>8.1579910598520939</c:v>
                </c:pt>
                <c:pt idx="8">
                  <c:v>8.1334235232507499</c:v>
                </c:pt>
                <c:pt idx="9">
                  <c:v>7.9074406253658358</c:v>
                </c:pt>
                <c:pt idx="10">
                  <c:v>7.1581493851586204</c:v>
                </c:pt>
                <c:pt idx="11">
                  <c:v>7.7776668646504676</c:v>
                </c:pt>
                <c:pt idx="12">
                  <c:v>7.8332947076838968</c:v>
                </c:pt>
                <c:pt idx="13">
                  <c:v>7.9861983505649414</c:v>
                </c:pt>
                <c:pt idx="14">
                  <c:v>7.9617031316927811</c:v>
                </c:pt>
                <c:pt idx="15">
                  <c:v>7.9870580314301929</c:v>
                </c:pt>
                <c:pt idx="16">
                  <c:v>7.9607278532360883</c:v>
                </c:pt>
                <c:pt idx="17">
                  <c:v>7.9766466773640534</c:v>
                </c:pt>
                <c:pt idx="18">
                  <c:v>7.9395945716914866</c:v>
                </c:pt>
                <c:pt idx="19">
                  <c:v>7.9621533570074927</c:v>
                </c:pt>
                <c:pt idx="20">
                  <c:v>7.9761898556636384</c:v>
                </c:pt>
                <c:pt idx="21">
                  <c:v>8.0243888633203024</c:v>
                </c:pt>
                <c:pt idx="22">
                  <c:v>8.0208989365532872</c:v>
                </c:pt>
                <c:pt idx="23">
                  <c:v>8.0840657997291192</c:v>
                </c:pt>
                <c:pt idx="24">
                  <c:v>8.0725612116039649</c:v>
                </c:pt>
                <c:pt idx="25">
                  <c:v>8.1128116785109565</c:v>
                </c:pt>
                <c:pt idx="26">
                  <c:v>8.1547445743774247</c:v>
                </c:pt>
                <c:pt idx="27">
                  <c:v>8.1779376663910721</c:v>
                </c:pt>
                <c:pt idx="28">
                  <c:v>8.2198171259628552</c:v>
                </c:pt>
                <c:pt idx="29">
                  <c:v>8.2486745487136517</c:v>
                </c:pt>
                <c:pt idx="30">
                  <c:v>8.2659879182470579</c:v>
                </c:pt>
                <c:pt idx="31">
                  <c:v>8.311296515251879</c:v>
                </c:pt>
                <c:pt idx="32">
                  <c:v>8.3609299234468946</c:v>
                </c:pt>
                <c:pt idx="33">
                  <c:v>8.4184107981644427</c:v>
                </c:pt>
                <c:pt idx="34">
                  <c:v>8.4606232512149386</c:v>
                </c:pt>
                <c:pt idx="35">
                  <c:v>8.5017169538147872</c:v>
                </c:pt>
                <c:pt idx="36">
                  <c:v>8.5595779290902225</c:v>
                </c:pt>
                <c:pt idx="37">
                  <c:v>8.5742277429804918</c:v>
                </c:pt>
                <c:pt idx="38">
                  <c:v>8.6438286439225589</c:v>
                </c:pt>
                <c:pt idx="39">
                  <c:v>8.6845312851052601</c:v>
                </c:pt>
                <c:pt idx="40">
                  <c:v>8.7340449713604809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27.980537331045326</c:v>
                </c:pt>
                <c:pt idx="1">
                  <c:v>27.660841642707013</c:v>
                </c:pt>
                <c:pt idx="2">
                  <c:v>27.701571275795626</c:v>
                </c:pt>
                <c:pt idx="3">
                  <c:v>27.135732890670859</c:v>
                </c:pt>
                <c:pt idx="4">
                  <c:v>26.58539913864487</c:v>
                </c:pt>
                <c:pt idx="5">
                  <c:v>26.926581673564321</c:v>
                </c:pt>
                <c:pt idx="6">
                  <c:v>26.955891964374853</c:v>
                </c:pt>
                <c:pt idx="7">
                  <c:v>27.289201059753228</c:v>
                </c:pt>
                <c:pt idx="8">
                  <c:v>27.04171280355629</c:v>
                </c:pt>
                <c:pt idx="9">
                  <c:v>27.163753914789467</c:v>
                </c:pt>
                <c:pt idx="10">
                  <c:v>25.744067831617642</c:v>
                </c:pt>
                <c:pt idx="11">
                  <c:v>26.364388750490107</c:v>
                </c:pt>
                <c:pt idx="12">
                  <c:v>27.23566854106819</c:v>
                </c:pt>
                <c:pt idx="13">
                  <c:v>27.659402899518785</c:v>
                </c:pt>
                <c:pt idx="14">
                  <c:v>28.024489624762612</c:v>
                </c:pt>
                <c:pt idx="15">
                  <c:v>28.247541158082299</c:v>
                </c:pt>
                <c:pt idx="16">
                  <c:v>28.575661113648447</c:v>
                </c:pt>
                <c:pt idx="17">
                  <c:v>28.777450501851877</c:v>
                </c:pt>
                <c:pt idx="18">
                  <c:v>29.095861823737287</c:v>
                </c:pt>
                <c:pt idx="19">
                  <c:v>29.282856247963444</c:v>
                </c:pt>
                <c:pt idx="20">
                  <c:v>29.55896453159049</c:v>
                </c:pt>
                <c:pt idx="21">
                  <c:v>29.787808104272408</c:v>
                </c:pt>
                <c:pt idx="22">
                  <c:v>30.061259812616182</c:v>
                </c:pt>
                <c:pt idx="23">
                  <c:v>30.172313761687604</c:v>
                </c:pt>
                <c:pt idx="24">
                  <c:v>30.522680595853487</c:v>
                </c:pt>
                <c:pt idx="25">
                  <c:v>30.759545366647764</c:v>
                </c:pt>
                <c:pt idx="26">
                  <c:v>30.969963151847193</c:v>
                </c:pt>
                <c:pt idx="27">
                  <c:v>31.202644491328048</c:v>
                </c:pt>
                <c:pt idx="28">
                  <c:v>31.411348276097304</c:v>
                </c:pt>
                <c:pt idx="29">
                  <c:v>31.619125716799235</c:v>
                </c:pt>
                <c:pt idx="30">
                  <c:v>31.798198766875302</c:v>
                </c:pt>
                <c:pt idx="31">
                  <c:v>31.975590696338497</c:v>
                </c:pt>
                <c:pt idx="32">
                  <c:v>32.229844797163985</c:v>
                </c:pt>
                <c:pt idx="33">
                  <c:v>32.447675472636149</c:v>
                </c:pt>
                <c:pt idx="34">
                  <c:v>32.663945024194284</c:v>
                </c:pt>
                <c:pt idx="35">
                  <c:v>32.954621963022909</c:v>
                </c:pt>
                <c:pt idx="36">
                  <c:v>33.13219010689798</c:v>
                </c:pt>
                <c:pt idx="37">
                  <c:v>33.448379506907933</c:v>
                </c:pt>
                <c:pt idx="38">
                  <c:v>33.656725639128368</c:v>
                </c:pt>
                <c:pt idx="39">
                  <c:v>33.980522012162105</c:v>
                </c:pt>
                <c:pt idx="40">
                  <c:v>34.268387561730123</c:v>
                </c:pt>
              </c:numCache>
            </c:numRef>
          </c:val>
        </c:ser>
        <c:ser>
          <c:idx val="4"/>
          <c:order val="2"/>
          <c:tx>
            <c:strRef>
              <c:f>Sheet1!$D$1</c:f>
              <c:strCache>
                <c:ptCount val="1"/>
                <c:pt idx="0">
                  <c:v>series0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11.332899871826172</c:v>
                </c:pt>
                <c:pt idx="1">
                  <c:v>11.541069396972654</c:v>
                </c:pt>
                <c:pt idx="2">
                  <c:v>11.449132080078124</c:v>
                </c:pt>
                <c:pt idx="3">
                  <c:v>11.352893829345698</c:v>
                </c:pt>
                <c:pt idx="4">
                  <c:v>11.365151916503908</c:v>
                </c:pt>
                <c:pt idx="5">
                  <c:v>11.197628936767575</c:v>
                </c:pt>
                <c:pt idx="6">
                  <c:v>11.496290771484375</c:v>
                </c:pt>
                <c:pt idx="7">
                  <c:v>11.577540466308591</c:v>
                </c:pt>
                <c:pt idx="8">
                  <c:v>11.662299102783198</c:v>
                </c:pt>
                <c:pt idx="9">
                  <c:v>11.339457855224609</c:v>
                </c:pt>
                <c:pt idx="10">
                  <c:v>10.594215728759766</c:v>
                </c:pt>
                <c:pt idx="11">
                  <c:v>11.072246368408203</c:v>
                </c:pt>
                <c:pt idx="12">
                  <c:v>11.357189880371092</c:v>
                </c:pt>
                <c:pt idx="13">
                  <c:v>11.559649047851559</c:v>
                </c:pt>
                <c:pt idx="14">
                  <c:v>11.683467590332034</c:v>
                </c:pt>
                <c:pt idx="15">
                  <c:v>11.834279998779294</c:v>
                </c:pt>
                <c:pt idx="16">
                  <c:v>11.929684783935544</c:v>
                </c:pt>
                <c:pt idx="17">
                  <c:v>12.031309020996096</c:v>
                </c:pt>
                <c:pt idx="18">
                  <c:v>12.106310119628905</c:v>
                </c:pt>
                <c:pt idx="19">
                  <c:v>12.199912048339845</c:v>
                </c:pt>
                <c:pt idx="20">
                  <c:v>12.297299896240235</c:v>
                </c:pt>
                <c:pt idx="21">
                  <c:v>12.407148803710941</c:v>
                </c:pt>
                <c:pt idx="22">
                  <c:v>12.484047943115234</c:v>
                </c:pt>
                <c:pt idx="23">
                  <c:v>12.586544738769534</c:v>
                </c:pt>
                <c:pt idx="24">
                  <c:v>12.664701446533199</c:v>
                </c:pt>
                <c:pt idx="25">
                  <c:v>12.759917205810547</c:v>
                </c:pt>
                <c:pt idx="26">
                  <c:v>12.850110565185547</c:v>
                </c:pt>
                <c:pt idx="27">
                  <c:v>12.933609313964846</c:v>
                </c:pt>
                <c:pt idx="28">
                  <c:v>13.031244262695312</c:v>
                </c:pt>
                <c:pt idx="29">
                  <c:v>13.12509552001953</c:v>
                </c:pt>
                <c:pt idx="30">
                  <c:v>13.206809020996095</c:v>
                </c:pt>
                <c:pt idx="31">
                  <c:v>13.31156591796875</c:v>
                </c:pt>
                <c:pt idx="32">
                  <c:v>13.424446166992187</c:v>
                </c:pt>
                <c:pt idx="33">
                  <c:v>13.543251098632815</c:v>
                </c:pt>
                <c:pt idx="34">
                  <c:v>13.646677734375</c:v>
                </c:pt>
                <c:pt idx="35">
                  <c:v>13.74857012939453</c:v>
                </c:pt>
                <c:pt idx="36">
                  <c:v>13.855440368652346</c:v>
                </c:pt>
                <c:pt idx="37">
                  <c:v>13.949762817382815</c:v>
                </c:pt>
                <c:pt idx="38">
                  <c:v>14.064270690917967</c:v>
                </c:pt>
                <c:pt idx="39">
                  <c:v>14.181254333496096</c:v>
                </c:pt>
                <c:pt idx="40">
                  <c:v>14.289583007812498</c:v>
                </c:pt>
              </c:numCache>
            </c:numRef>
          </c:val>
        </c:ser>
        <c:ser>
          <c:idx val="0"/>
          <c:order val="3"/>
          <c:tx>
            <c:strRef>
              <c:f>Sheet1!$E$1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20.779197337960078</c:v>
                </c:pt>
                <c:pt idx="1">
                  <c:v>21.145615623129238</c:v>
                </c:pt>
                <c:pt idx="2">
                  <c:v>21.769362182461681</c:v>
                </c:pt>
                <c:pt idx="3">
                  <c:v>22.54889466908093</c:v>
                </c:pt>
                <c:pt idx="4">
                  <c:v>22.698720061876351</c:v>
                </c:pt>
                <c:pt idx="5">
                  <c:v>22.635174405638924</c:v>
                </c:pt>
                <c:pt idx="6">
                  <c:v>22.859246412087106</c:v>
                </c:pt>
                <c:pt idx="7">
                  <c:v>23.889250625081843</c:v>
                </c:pt>
                <c:pt idx="8">
                  <c:v>24.735234580956632</c:v>
                </c:pt>
                <c:pt idx="9">
                  <c:v>24.723477008059888</c:v>
                </c:pt>
                <c:pt idx="10">
                  <c:v>23.534198501559324</c:v>
                </c:pt>
                <c:pt idx="11">
                  <c:v>24.410705954853281</c:v>
                </c:pt>
                <c:pt idx="12">
                  <c:v>24.724557153570405</c:v>
                </c:pt>
                <c:pt idx="13">
                  <c:v>25.141564911737611</c:v>
                </c:pt>
                <c:pt idx="14">
                  <c:v>25.520033623499646</c:v>
                </c:pt>
                <c:pt idx="15">
                  <c:v>25.957746906936251</c:v>
                </c:pt>
                <c:pt idx="16">
                  <c:v>26.266024131047601</c:v>
                </c:pt>
                <c:pt idx="17">
                  <c:v>26.361611561440057</c:v>
                </c:pt>
                <c:pt idx="18">
                  <c:v>26.531647448942717</c:v>
                </c:pt>
                <c:pt idx="19">
                  <c:v>26.791988034987764</c:v>
                </c:pt>
                <c:pt idx="20">
                  <c:v>26.939220881979264</c:v>
                </c:pt>
                <c:pt idx="21">
                  <c:v>27.185381329808425</c:v>
                </c:pt>
                <c:pt idx="22">
                  <c:v>27.408248674895919</c:v>
                </c:pt>
                <c:pt idx="23">
                  <c:v>27.694165886145353</c:v>
                </c:pt>
                <c:pt idx="24">
                  <c:v>27.991225833002648</c:v>
                </c:pt>
                <c:pt idx="25">
                  <c:v>28.253605165643172</c:v>
                </c:pt>
                <c:pt idx="26">
                  <c:v>28.509442078795328</c:v>
                </c:pt>
                <c:pt idx="27">
                  <c:v>28.780483743431425</c:v>
                </c:pt>
                <c:pt idx="28">
                  <c:v>29.034844141965245</c:v>
                </c:pt>
                <c:pt idx="29">
                  <c:v>29.315458007726765</c:v>
                </c:pt>
                <c:pt idx="30">
                  <c:v>29.590285379159948</c:v>
                </c:pt>
                <c:pt idx="31">
                  <c:v>29.852557808421718</c:v>
                </c:pt>
                <c:pt idx="32">
                  <c:v>30.162106458948521</c:v>
                </c:pt>
                <c:pt idx="33">
                  <c:v>30.496389310760762</c:v>
                </c:pt>
                <c:pt idx="34">
                  <c:v>30.818521731022262</c:v>
                </c:pt>
                <c:pt idx="35">
                  <c:v>31.044321916680705</c:v>
                </c:pt>
                <c:pt idx="36">
                  <c:v>31.380831489605217</c:v>
                </c:pt>
                <c:pt idx="37">
                  <c:v>31.636042876465439</c:v>
                </c:pt>
                <c:pt idx="38">
                  <c:v>31.93533289082486</c:v>
                </c:pt>
                <c:pt idx="39">
                  <c:v>32.185305090976946</c:v>
                </c:pt>
                <c:pt idx="40">
                  <c:v>32.534661877024611</c:v>
                </c:pt>
              </c:numCache>
            </c:numRef>
          </c:val>
        </c:ser>
        <c:ser>
          <c:idx val="3"/>
          <c:order val="4"/>
          <c:tx>
            <c:strRef>
              <c:f>Sheet1!$F$1</c:f>
              <c:strCache>
                <c:ptCount val="1"/>
                <c:pt idx="0">
                  <c:v>series4</c:v>
                </c:pt>
              </c:strCache>
            </c:strRef>
          </c:tx>
          <c:spPr>
            <a:solidFill>
              <a:srgbClr val="009900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Sheet1!$F$2:$F$42</c:f>
              <c:numCache>
                <c:formatCode>General</c:formatCode>
                <c:ptCount val="41"/>
                <c:pt idx="0">
                  <c:v>5.6880158887834238</c:v>
                </c:pt>
                <c:pt idx="1">
                  <c:v>5.8741906394005357</c:v>
                </c:pt>
                <c:pt idx="2">
                  <c:v>6.1164275194029454</c:v>
                </c:pt>
                <c:pt idx="3">
                  <c:v>6.3770831253969487</c:v>
                </c:pt>
                <c:pt idx="4">
                  <c:v>6.4302590524326968</c:v>
                </c:pt>
                <c:pt idx="5">
                  <c:v>6.6075283096316548</c:v>
                </c:pt>
                <c:pt idx="6">
                  <c:v>6.5078137692531559</c:v>
                </c:pt>
                <c:pt idx="7">
                  <c:v>6.6330113467777005</c:v>
                </c:pt>
                <c:pt idx="8">
                  <c:v>6.7839311914756433</c:v>
                </c:pt>
                <c:pt idx="9">
                  <c:v>6.761353435970662</c:v>
                </c:pt>
                <c:pt idx="10">
                  <c:v>6.3526833901968658</c:v>
                </c:pt>
                <c:pt idx="11">
                  <c:v>6.5395600442264881</c:v>
                </c:pt>
                <c:pt idx="12">
                  <c:v>6.6738529242090543</c:v>
                </c:pt>
                <c:pt idx="13">
                  <c:v>6.7320735789850898</c:v>
                </c:pt>
                <c:pt idx="14">
                  <c:v>6.7666601503185726</c:v>
                </c:pt>
                <c:pt idx="15">
                  <c:v>6.8023805381863083</c:v>
                </c:pt>
                <c:pt idx="16">
                  <c:v>6.8320497472208777</c:v>
                </c:pt>
                <c:pt idx="17">
                  <c:v>6.858522966134621</c:v>
                </c:pt>
                <c:pt idx="18">
                  <c:v>6.8819301195447489</c:v>
                </c:pt>
                <c:pt idx="19">
                  <c:v>6.9081971180076174</c:v>
                </c:pt>
                <c:pt idx="20">
                  <c:v>6.9446305088541056</c:v>
                </c:pt>
                <c:pt idx="21">
                  <c:v>6.9671769465920796</c:v>
                </c:pt>
                <c:pt idx="22">
                  <c:v>6.978408764409858</c:v>
                </c:pt>
                <c:pt idx="23">
                  <c:v>6.9898487824831248</c:v>
                </c:pt>
                <c:pt idx="24">
                  <c:v>7.003267869108238</c:v>
                </c:pt>
                <c:pt idx="25">
                  <c:v>7.0258323218632581</c:v>
                </c:pt>
                <c:pt idx="26">
                  <c:v>7.0482076725767842</c:v>
                </c:pt>
                <c:pt idx="27">
                  <c:v>7.0734437013146296</c:v>
                </c:pt>
                <c:pt idx="28">
                  <c:v>7.104369039702271</c:v>
                </c:pt>
                <c:pt idx="29">
                  <c:v>7.1340795262556975</c:v>
                </c:pt>
                <c:pt idx="30">
                  <c:v>7.1637142038499375</c:v>
                </c:pt>
                <c:pt idx="31">
                  <c:v>7.1985246205227282</c:v>
                </c:pt>
                <c:pt idx="32">
                  <c:v>7.2392427208915535</c:v>
                </c:pt>
                <c:pt idx="33">
                  <c:v>7.2838495857826304</c:v>
                </c:pt>
                <c:pt idx="34">
                  <c:v>7.3290864705338716</c:v>
                </c:pt>
                <c:pt idx="35">
                  <c:v>7.3811172936050307</c:v>
                </c:pt>
                <c:pt idx="36">
                  <c:v>7.4240452624793933</c:v>
                </c:pt>
                <c:pt idx="37">
                  <c:v>7.482419011166666</c:v>
                </c:pt>
                <c:pt idx="38">
                  <c:v>7.5336972334005496</c:v>
                </c:pt>
                <c:pt idx="39">
                  <c:v>7.588980229349529</c:v>
                </c:pt>
                <c:pt idx="40">
                  <c:v>7.6457151232963714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063648"/>
        <c:axId val="1035065824"/>
      </c:areaChart>
      <c:catAx>
        <c:axId val="10350636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12700">
            <a:solidFill>
              <a:schemeClr val="tx1"/>
            </a:solidFill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1035065824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035065824"/>
        <c:scaling>
          <c:orientation val="minMax"/>
          <c:max val="300"/>
          <c:min val="0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c:spPr>
        <c:txPr>
          <a:bodyPr/>
          <a:lstStyle/>
          <a:p>
            <a:pPr>
              <a:defRPr sz="1200" baseline="0">
                <a:solidFill>
                  <a:schemeClr val="tx1"/>
                </a:solidFill>
              </a:defRPr>
            </a:pPr>
            <a:endParaRPr lang="en-US"/>
          </a:p>
        </c:txPr>
        <c:crossAx val="1035063648"/>
        <c:crossesAt val="11"/>
        <c:crossBetween val="midCat"/>
      </c:valAx>
    </c:plotArea>
    <c:plotVisOnly val="1"/>
    <c:dispBlanksAs val="gap"/>
    <c:showDLblsOverMax val="0"/>
  </c:chart>
  <c:spPr>
    <a:solidFill>
      <a:schemeClr val="bg1"/>
    </a:solidFill>
    <a:ln>
      <a:noFill/>
    </a:ln>
  </c:spPr>
  <c:txPr>
    <a:bodyPr/>
    <a:lstStyle/>
    <a:p>
      <a:pPr>
        <a:defRPr sz="9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0847684455749"/>
          <c:y val="7.5579561366945047E-2"/>
          <c:w val="0.72700818475038687"/>
          <c:h val="0.80534241590746258"/>
        </c:manualLayout>
      </c:layout>
      <c:areaChart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series3</c:v>
                </c:pt>
              </c:strCache>
            </c:strRef>
          </c:tx>
          <c:spPr>
            <a:solidFill>
              <a:schemeClr val="tx1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57.488790535674383</c:v>
                </c:pt>
                <c:pt idx="1">
                  <c:v>61.095237835902282</c:v>
                </c:pt>
                <c:pt idx="2">
                  <c:v>64.035871887799161</c:v>
                </c:pt>
                <c:pt idx="3">
                  <c:v>62.896228565122748</c:v>
                </c:pt>
                <c:pt idx="4">
                  <c:v>62.86651735328293</c:v>
                </c:pt>
                <c:pt idx="5">
                  <c:v>60.980097905248527</c:v>
                </c:pt>
                <c:pt idx="6">
                  <c:v>56.692158291644546</c:v>
                </c:pt>
                <c:pt idx="7">
                  <c:v>57.081621345602464</c:v>
                </c:pt>
                <c:pt idx="8">
                  <c:v>57.138791579184286</c:v>
                </c:pt>
                <c:pt idx="9">
                  <c:v>57.774941174546747</c:v>
                </c:pt>
                <c:pt idx="10">
                  <c:v>57.224008344575552</c:v>
                </c:pt>
                <c:pt idx="11">
                  <c:v>58.299852844377526</c:v>
                </c:pt>
                <c:pt idx="12">
                  <c:v>59.181849846995057</c:v>
                </c:pt>
                <c:pt idx="13">
                  <c:v>59.793057271624434</c:v>
                </c:pt>
                <c:pt idx="14">
                  <c:v>60.355193200039217</c:v>
                </c:pt>
                <c:pt idx="15">
                  <c:v>60.590289000294206</c:v>
                </c:pt>
                <c:pt idx="16">
                  <c:v>61.118645942081912</c:v>
                </c:pt>
                <c:pt idx="17">
                  <c:v>61.493754109580962</c:v>
                </c:pt>
                <c:pt idx="18">
                  <c:v>62.065963778176211</c:v>
                </c:pt>
                <c:pt idx="19">
                  <c:v>62.446370541739782</c:v>
                </c:pt>
                <c:pt idx="20">
                  <c:v>63.070725609076241</c:v>
                </c:pt>
                <c:pt idx="21">
                  <c:v>63.497459699155385</c:v>
                </c:pt>
                <c:pt idx="22">
                  <c:v>64.175142202951633</c:v>
                </c:pt>
                <c:pt idx="23">
                  <c:v>64.485151843352725</c:v>
                </c:pt>
                <c:pt idx="24">
                  <c:v>65.160973471241746</c:v>
                </c:pt>
                <c:pt idx="25">
                  <c:v>65.674370388405109</c:v>
                </c:pt>
                <c:pt idx="26">
                  <c:v>66.096748862575993</c:v>
                </c:pt>
                <c:pt idx="27">
                  <c:v>66.637966596080318</c:v>
                </c:pt>
                <c:pt idx="28">
                  <c:v>67.16571943642596</c:v>
                </c:pt>
                <c:pt idx="29">
                  <c:v>67.811349129759307</c:v>
                </c:pt>
                <c:pt idx="30">
                  <c:v>68.417500357110242</c:v>
                </c:pt>
                <c:pt idx="31">
                  <c:v>69.016718877558162</c:v>
                </c:pt>
                <c:pt idx="32">
                  <c:v>69.64445161395345</c:v>
                </c:pt>
                <c:pt idx="33">
                  <c:v>70.283977293257536</c:v>
                </c:pt>
                <c:pt idx="34">
                  <c:v>70.876137033462584</c:v>
                </c:pt>
                <c:pt idx="35">
                  <c:v>71.55054663121517</c:v>
                </c:pt>
                <c:pt idx="36">
                  <c:v>72.212360750004692</c:v>
                </c:pt>
                <c:pt idx="37">
                  <c:v>72.881887610273068</c:v>
                </c:pt>
                <c:pt idx="38">
                  <c:v>73.356526829656588</c:v>
                </c:pt>
                <c:pt idx="39">
                  <c:v>73.992473414672858</c:v>
                </c:pt>
                <c:pt idx="40">
                  <c:v>74.535846087587487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31.29070864035889</c:v>
                </c:pt>
                <c:pt idx="1">
                  <c:v>31.17772577492077</c:v>
                </c:pt>
                <c:pt idx="2">
                  <c:v>32.219323713394083</c:v>
                </c:pt>
                <c:pt idx="3">
                  <c:v>32.147464658953091</c:v>
                </c:pt>
                <c:pt idx="4">
                  <c:v>33.863994368420073</c:v>
                </c:pt>
                <c:pt idx="5">
                  <c:v>33.588459047528218</c:v>
                </c:pt>
                <c:pt idx="6">
                  <c:v>35.170649959904658</c:v>
                </c:pt>
                <c:pt idx="7">
                  <c:v>36.593184449337201</c:v>
                </c:pt>
                <c:pt idx="8">
                  <c:v>36.283553748173617</c:v>
                </c:pt>
                <c:pt idx="9">
                  <c:v>37.074710621348025</c:v>
                </c:pt>
                <c:pt idx="10">
                  <c:v>35.996075386355201</c:v>
                </c:pt>
                <c:pt idx="11">
                  <c:v>37.939820917896277</c:v>
                </c:pt>
                <c:pt idx="12">
                  <c:v>39.433538246062888</c:v>
                </c:pt>
                <c:pt idx="13">
                  <c:v>40.517383190574897</c:v>
                </c:pt>
                <c:pt idx="14">
                  <c:v>41.618566866386864</c:v>
                </c:pt>
                <c:pt idx="15">
                  <c:v>42.553688439534135</c:v>
                </c:pt>
                <c:pt idx="16">
                  <c:v>43.664655253159403</c:v>
                </c:pt>
                <c:pt idx="17">
                  <c:v>44.66950145015057</c:v>
                </c:pt>
                <c:pt idx="18">
                  <c:v>45.736716136569697</c:v>
                </c:pt>
                <c:pt idx="19">
                  <c:v>46.685442148386421</c:v>
                </c:pt>
                <c:pt idx="20">
                  <c:v>47.736848314155566</c:v>
                </c:pt>
                <c:pt idx="21">
                  <c:v>48.714650403113616</c:v>
                </c:pt>
                <c:pt idx="22">
                  <c:v>49.740793012358552</c:v>
                </c:pt>
                <c:pt idx="23">
                  <c:v>50.603183708647343</c:v>
                </c:pt>
                <c:pt idx="24">
                  <c:v>51.636960022970953</c:v>
                </c:pt>
                <c:pt idx="25">
                  <c:v>52.568012111547063</c:v>
                </c:pt>
                <c:pt idx="26">
                  <c:v>53.435910190483789</c:v>
                </c:pt>
                <c:pt idx="27">
                  <c:v>54.327380078418571</c:v>
                </c:pt>
                <c:pt idx="28">
                  <c:v>55.174841759922067</c:v>
                </c:pt>
                <c:pt idx="29">
                  <c:v>56.050816003738959</c:v>
                </c:pt>
                <c:pt idx="30">
                  <c:v>56.891973793063819</c:v>
                </c:pt>
                <c:pt idx="31">
                  <c:v>57.688548983410655</c:v>
                </c:pt>
                <c:pt idx="32">
                  <c:v>58.507070413099186</c:v>
                </c:pt>
                <c:pt idx="33">
                  <c:v>59.305859026620034</c:v>
                </c:pt>
                <c:pt idx="34">
                  <c:v>60.035547353102743</c:v>
                </c:pt>
                <c:pt idx="35">
                  <c:v>60.800559774879815</c:v>
                </c:pt>
                <c:pt idx="36">
                  <c:v>61.455196570973044</c:v>
                </c:pt>
                <c:pt idx="37">
                  <c:v>62.191931556662944</c:v>
                </c:pt>
                <c:pt idx="38">
                  <c:v>62.796270394716672</c:v>
                </c:pt>
                <c:pt idx="39">
                  <c:v>63.460161322867613</c:v>
                </c:pt>
                <c:pt idx="40">
                  <c:v>64.060732774582334</c:v>
                </c:pt>
              </c:numCache>
            </c:numRef>
          </c:val>
        </c:ser>
        <c:ser>
          <c:idx val="4"/>
          <c:order val="2"/>
          <c:tx>
            <c:strRef>
              <c:f>Sheet1!$D$1</c:f>
              <c:strCache>
                <c:ptCount val="1"/>
                <c:pt idx="0">
                  <c:v>series0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18.238007110595703</c:v>
                </c:pt>
                <c:pt idx="1">
                  <c:v>19.892042144775385</c:v>
                </c:pt>
                <c:pt idx="2">
                  <c:v>20.613084381103519</c:v>
                </c:pt>
                <c:pt idx="3">
                  <c:v>21.800569274902344</c:v>
                </c:pt>
                <c:pt idx="4">
                  <c:v>22.664295166015631</c:v>
                </c:pt>
                <c:pt idx="5">
                  <c:v>22.873928131103522</c:v>
                </c:pt>
                <c:pt idx="6">
                  <c:v>23.626143035888671</c:v>
                </c:pt>
                <c:pt idx="7">
                  <c:v>24.685590637207032</c:v>
                </c:pt>
                <c:pt idx="8">
                  <c:v>26.100654693603516</c:v>
                </c:pt>
                <c:pt idx="9">
                  <c:v>26.506547393798829</c:v>
                </c:pt>
                <c:pt idx="10">
                  <c:v>25.46356182861328</c:v>
                </c:pt>
                <c:pt idx="11">
                  <c:v>28.474989562988281</c:v>
                </c:pt>
                <c:pt idx="12">
                  <c:v>28.608037200927729</c:v>
                </c:pt>
                <c:pt idx="13">
                  <c:v>29.059765075683593</c:v>
                </c:pt>
                <c:pt idx="14">
                  <c:v>29.286038574218754</c:v>
                </c:pt>
                <c:pt idx="15">
                  <c:v>29.784323150634769</c:v>
                </c:pt>
                <c:pt idx="16">
                  <c:v>29.992997650146485</c:v>
                </c:pt>
                <c:pt idx="17">
                  <c:v>30.440722656250006</c:v>
                </c:pt>
                <c:pt idx="18">
                  <c:v>30.71567535400391</c:v>
                </c:pt>
                <c:pt idx="19">
                  <c:v>31.278399536132817</c:v>
                </c:pt>
                <c:pt idx="20">
                  <c:v>31.644802917480469</c:v>
                </c:pt>
                <c:pt idx="21">
                  <c:v>32.231069213867194</c:v>
                </c:pt>
                <c:pt idx="22">
                  <c:v>32.52183203125</c:v>
                </c:pt>
                <c:pt idx="23">
                  <c:v>33.18934429931641</c:v>
                </c:pt>
                <c:pt idx="24">
                  <c:v>33.438304809570305</c:v>
                </c:pt>
                <c:pt idx="25">
                  <c:v>33.882642333984379</c:v>
                </c:pt>
                <c:pt idx="26">
                  <c:v>34.441644775390621</c:v>
                </c:pt>
                <c:pt idx="27">
                  <c:v>34.826582458496091</c:v>
                </c:pt>
                <c:pt idx="28">
                  <c:v>35.261321411132812</c:v>
                </c:pt>
                <c:pt idx="29">
                  <c:v>35.614958068847656</c:v>
                </c:pt>
                <c:pt idx="30">
                  <c:v>35.988762573242191</c:v>
                </c:pt>
                <c:pt idx="31">
                  <c:v>36.393814208984367</c:v>
                </c:pt>
                <c:pt idx="32">
                  <c:v>36.768755249023435</c:v>
                </c:pt>
                <c:pt idx="33">
                  <c:v>37.135362060546868</c:v>
                </c:pt>
                <c:pt idx="34">
                  <c:v>37.544667480468739</c:v>
                </c:pt>
                <c:pt idx="35">
                  <c:v>37.840896606445313</c:v>
                </c:pt>
                <c:pt idx="36">
                  <c:v>38.108970520019533</c:v>
                </c:pt>
                <c:pt idx="37">
                  <c:v>38.297306274414062</c:v>
                </c:pt>
                <c:pt idx="38">
                  <c:v>38.705708007812497</c:v>
                </c:pt>
                <c:pt idx="39">
                  <c:v>38.985746643066406</c:v>
                </c:pt>
                <c:pt idx="40">
                  <c:v>39.26928222656251</c:v>
                </c:pt>
              </c:numCache>
            </c:numRef>
          </c:val>
        </c:ser>
        <c:ser>
          <c:idx val="0"/>
          <c:order val="3"/>
          <c:tx>
            <c:strRef>
              <c:f>Sheet1!$E$1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27.516377709866468</c:v>
                </c:pt>
                <c:pt idx="1">
                  <c:v>30.014583399456445</c:v>
                </c:pt>
                <c:pt idx="2">
                  <c:v>31.402273804960874</c:v>
                </c:pt>
                <c:pt idx="3">
                  <c:v>31.104984599680854</c:v>
                </c:pt>
                <c:pt idx="4">
                  <c:v>31.21404345292925</c:v>
                </c:pt>
                <c:pt idx="5">
                  <c:v>31.249370737078905</c:v>
                </c:pt>
                <c:pt idx="6">
                  <c:v>31.77775767367438</c:v>
                </c:pt>
                <c:pt idx="7">
                  <c:v>33.503506756252165</c:v>
                </c:pt>
                <c:pt idx="8">
                  <c:v>35.305613651502085</c:v>
                </c:pt>
                <c:pt idx="9">
                  <c:v>35.588672954700606</c:v>
                </c:pt>
                <c:pt idx="10">
                  <c:v>34.622102597548121</c:v>
                </c:pt>
                <c:pt idx="11">
                  <c:v>37.132853427680509</c:v>
                </c:pt>
                <c:pt idx="12">
                  <c:v>38.222308695666186</c:v>
                </c:pt>
                <c:pt idx="13">
                  <c:v>39.077486456699297</c:v>
                </c:pt>
                <c:pt idx="14">
                  <c:v>39.801954938713777</c:v>
                </c:pt>
                <c:pt idx="15">
                  <c:v>40.564177219179101</c:v>
                </c:pt>
                <c:pt idx="16">
                  <c:v>41.305551517333363</c:v>
                </c:pt>
                <c:pt idx="17">
                  <c:v>42.104878062596093</c:v>
                </c:pt>
                <c:pt idx="18">
                  <c:v>42.80427983651532</c:v>
                </c:pt>
                <c:pt idx="19">
                  <c:v>43.521832362292002</c:v>
                </c:pt>
                <c:pt idx="20">
                  <c:v>44.192656349235669</c:v>
                </c:pt>
                <c:pt idx="21">
                  <c:v>44.941965407103822</c:v>
                </c:pt>
                <c:pt idx="22">
                  <c:v>45.569555087632722</c:v>
                </c:pt>
                <c:pt idx="23">
                  <c:v>46.328945655829294</c:v>
                </c:pt>
                <c:pt idx="24">
                  <c:v>46.993860521803491</c:v>
                </c:pt>
                <c:pt idx="25">
                  <c:v>47.740934561827977</c:v>
                </c:pt>
                <c:pt idx="26">
                  <c:v>48.513888039265936</c:v>
                </c:pt>
                <c:pt idx="27">
                  <c:v>49.221521270891678</c:v>
                </c:pt>
                <c:pt idx="28">
                  <c:v>49.952978700073025</c:v>
                </c:pt>
                <c:pt idx="29">
                  <c:v>50.584481270312246</c:v>
                </c:pt>
                <c:pt idx="30">
                  <c:v>51.268093682547828</c:v>
                </c:pt>
                <c:pt idx="31">
                  <c:v>51.89474388579913</c:v>
                </c:pt>
                <c:pt idx="32">
                  <c:v>52.512734234238863</c:v>
                </c:pt>
                <c:pt idx="33">
                  <c:v>53.144153322293207</c:v>
                </c:pt>
                <c:pt idx="34">
                  <c:v>53.727037459744722</c:v>
                </c:pt>
                <c:pt idx="35">
                  <c:v>54.23331033005519</c:v>
                </c:pt>
                <c:pt idx="36">
                  <c:v>54.796528558405811</c:v>
                </c:pt>
                <c:pt idx="37">
                  <c:v>55.274958017225025</c:v>
                </c:pt>
                <c:pt idx="38">
                  <c:v>55.79877235611513</c:v>
                </c:pt>
                <c:pt idx="39">
                  <c:v>56.233204820190622</c:v>
                </c:pt>
                <c:pt idx="40">
                  <c:v>56.716708161282384</c:v>
                </c:pt>
              </c:numCache>
            </c:numRef>
          </c:val>
        </c:ser>
        <c:ser>
          <c:idx val="3"/>
          <c:order val="4"/>
          <c:tx>
            <c:strRef>
              <c:f>Sheet1!$F$1</c:f>
              <c:strCache>
                <c:ptCount val="1"/>
                <c:pt idx="0">
                  <c:v>series4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Sheet1!$F$2:$F$42</c:f>
              <c:numCache>
                <c:formatCode>General</c:formatCode>
                <c:ptCount val="41"/>
                <c:pt idx="0">
                  <c:v>10.397774390137158</c:v>
                </c:pt>
                <c:pt idx="1">
                  <c:v>10.632473608246002</c:v>
                </c:pt>
                <c:pt idx="2">
                  <c:v>11.322698350550384</c:v>
                </c:pt>
                <c:pt idx="3">
                  <c:v>11.700353451287036</c:v>
                </c:pt>
                <c:pt idx="4">
                  <c:v>11.937756540380214</c:v>
                </c:pt>
                <c:pt idx="5">
                  <c:v>12.536481547117612</c:v>
                </c:pt>
                <c:pt idx="6">
                  <c:v>13.821939567381447</c:v>
                </c:pt>
                <c:pt idx="7">
                  <c:v>14.350410942213134</c:v>
                </c:pt>
                <c:pt idx="8">
                  <c:v>15.109411649200617</c:v>
                </c:pt>
                <c:pt idx="9">
                  <c:v>15.24344692936152</c:v>
                </c:pt>
                <c:pt idx="10">
                  <c:v>14.300083150811375</c:v>
                </c:pt>
                <c:pt idx="11">
                  <c:v>15.718183817045865</c:v>
                </c:pt>
                <c:pt idx="12">
                  <c:v>16.176659992381015</c:v>
                </c:pt>
                <c:pt idx="13">
                  <c:v>16.620185560717385</c:v>
                </c:pt>
                <c:pt idx="14">
                  <c:v>17.048816815927026</c:v>
                </c:pt>
                <c:pt idx="15">
                  <c:v>17.500479113666483</c:v>
                </c:pt>
                <c:pt idx="16">
                  <c:v>17.970435942315195</c:v>
                </c:pt>
                <c:pt idx="17">
                  <c:v>18.452893489319123</c:v>
                </c:pt>
                <c:pt idx="18">
                  <c:v>18.952170674231208</c:v>
                </c:pt>
                <c:pt idx="19">
                  <c:v>19.468096711058518</c:v>
                </c:pt>
                <c:pt idx="20">
                  <c:v>19.993359602788178</c:v>
                </c:pt>
                <c:pt idx="21">
                  <c:v>20.511716295060559</c:v>
                </c:pt>
                <c:pt idx="22">
                  <c:v>21.017933683986211</c:v>
                </c:pt>
                <c:pt idx="23">
                  <c:v>21.516708953310186</c:v>
                </c:pt>
                <c:pt idx="24">
                  <c:v>22.010497119414424</c:v>
                </c:pt>
                <c:pt idx="25">
                  <c:v>22.495596536960608</c:v>
                </c:pt>
                <c:pt idx="26">
                  <c:v>22.974589308317963</c:v>
                </c:pt>
                <c:pt idx="27">
                  <c:v>23.444142760673774</c:v>
                </c:pt>
                <c:pt idx="28">
                  <c:v>23.908451931389493</c:v>
                </c:pt>
                <c:pt idx="29">
                  <c:v>24.377144518207359</c:v>
                </c:pt>
                <c:pt idx="30">
                  <c:v>24.841682091597534</c:v>
                </c:pt>
                <c:pt idx="31">
                  <c:v>25.301636501905712</c:v>
                </c:pt>
                <c:pt idx="32">
                  <c:v>25.757216058249849</c:v>
                </c:pt>
                <c:pt idx="33">
                  <c:v>26.20846439342608</c:v>
                </c:pt>
                <c:pt idx="34">
                  <c:v>26.65043019511829</c:v>
                </c:pt>
                <c:pt idx="35">
                  <c:v>27.089894775671816</c:v>
                </c:pt>
                <c:pt idx="36">
                  <c:v>27.523831149573194</c:v>
                </c:pt>
                <c:pt idx="37">
                  <c:v>27.943641731850466</c:v>
                </c:pt>
                <c:pt idx="38">
                  <c:v>28.370428496331183</c:v>
                </c:pt>
                <c:pt idx="39">
                  <c:v>28.815231867189585</c:v>
                </c:pt>
                <c:pt idx="40">
                  <c:v>29.258742125494305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061472"/>
        <c:axId val="1035070720"/>
      </c:areaChart>
      <c:catAx>
        <c:axId val="1035061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12700">
            <a:solidFill>
              <a:schemeClr val="tx1"/>
            </a:solidFill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1035070720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035070720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c:spPr>
        <c:txPr>
          <a:bodyPr/>
          <a:lstStyle/>
          <a:p>
            <a:pPr>
              <a:defRPr sz="1200" baseline="0">
                <a:solidFill>
                  <a:schemeClr val="tx1"/>
                </a:solidFill>
              </a:defRPr>
            </a:pPr>
            <a:endParaRPr lang="en-US"/>
          </a:p>
        </c:txPr>
        <c:crossAx val="1035061472"/>
        <c:crossesAt val="11"/>
        <c:crossBetween val="midCat"/>
      </c:valAx>
    </c:plotArea>
    <c:plotVisOnly val="1"/>
    <c:dispBlanksAs val="gap"/>
    <c:showDLblsOverMax val="0"/>
  </c:chart>
  <c:spPr>
    <a:solidFill>
      <a:schemeClr val="bg1"/>
    </a:solidFill>
    <a:ln>
      <a:noFill/>
    </a:ln>
  </c:spPr>
  <c:txPr>
    <a:bodyPr/>
    <a:lstStyle/>
    <a:p>
      <a:pPr>
        <a:defRPr sz="9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784772946093293E-2"/>
          <c:y val="3.3319309973192025E-2"/>
          <c:w val="0.6897476704105906"/>
          <c:h val="0.86174990225083004"/>
        </c:manualLayout>
      </c:layout>
      <c:areaChart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Other non-OECD Asia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3.0439650577459121</c:v>
                </c:pt>
                <c:pt idx="1">
                  <c:v>3.0755568935659663</c:v>
                </c:pt>
                <c:pt idx="2">
                  <c:v>2.8998943075875965</c:v>
                </c:pt>
                <c:pt idx="3">
                  <c:v>2.6537972065370328</c:v>
                </c:pt>
                <c:pt idx="4">
                  <c:v>2.8803797327408573</c:v>
                </c:pt>
                <c:pt idx="5">
                  <c:v>3.170315198738781</c:v>
                </c:pt>
                <c:pt idx="6">
                  <c:v>3.3979532310667069</c:v>
                </c:pt>
                <c:pt idx="7">
                  <c:v>3.5010489949642385</c:v>
                </c:pt>
                <c:pt idx="8">
                  <c:v>3.6623477384363023</c:v>
                </c:pt>
                <c:pt idx="9">
                  <c:v>3.7077635441114913</c:v>
                </c:pt>
                <c:pt idx="10">
                  <c:v>3.6755117887468969</c:v>
                </c:pt>
                <c:pt idx="11">
                  <c:v>3.712863577118739</c:v>
                </c:pt>
                <c:pt idx="12">
                  <c:v>3.9219683486833978</c:v>
                </c:pt>
                <c:pt idx="13">
                  <c:v>4.0688076428008726</c:v>
                </c:pt>
                <c:pt idx="14">
                  <c:v>4.2187358144317235</c:v>
                </c:pt>
                <c:pt idx="15">
                  <c:v>4.3093205464877764</c:v>
                </c:pt>
                <c:pt idx="16">
                  <c:v>4.4344970633519285</c:v>
                </c:pt>
                <c:pt idx="17">
                  <c:v>4.5351545059394978</c:v>
                </c:pt>
                <c:pt idx="18">
                  <c:v>4.6594008240279514</c:v>
                </c:pt>
                <c:pt idx="19">
                  <c:v>4.7495871330742423</c:v>
                </c:pt>
                <c:pt idx="20">
                  <c:v>4.870491070300651</c:v>
                </c:pt>
                <c:pt idx="21">
                  <c:v>4.9691153306038229</c:v>
                </c:pt>
                <c:pt idx="22">
                  <c:v>5.1117011859038906</c:v>
                </c:pt>
                <c:pt idx="23">
                  <c:v>5.2017098063004541</c:v>
                </c:pt>
                <c:pt idx="24">
                  <c:v>5.3489666426995148</c:v>
                </c:pt>
                <c:pt idx="25">
                  <c:v>5.4730223857820617</c:v>
                </c:pt>
                <c:pt idx="26">
                  <c:v>5.5893003988069765</c:v>
                </c:pt>
                <c:pt idx="27">
                  <c:v>5.7089556567255135</c:v>
                </c:pt>
                <c:pt idx="28">
                  <c:v>5.8245806095090424</c:v>
                </c:pt>
                <c:pt idx="29">
                  <c:v>5.9529472554827532</c:v>
                </c:pt>
                <c:pt idx="30">
                  <c:v>6.0737978945084627</c:v>
                </c:pt>
                <c:pt idx="31">
                  <c:v>6.1828120822495629</c:v>
                </c:pt>
                <c:pt idx="32">
                  <c:v>6.2999243429118668</c:v>
                </c:pt>
                <c:pt idx="33">
                  <c:v>6.4162787114465525</c:v>
                </c:pt>
                <c:pt idx="34">
                  <c:v>6.5215933935690309</c:v>
                </c:pt>
                <c:pt idx="35">
                  <c:v>6.6374259204900179</c:v>
                </c:pt>
                <c:pt idx="36">
                  <c:v>6.7549958359461604</c:v>
                </c:pt>
                <c:pt idx="37">
                  <c:v>6.8187028795728777</c:v>
                </c:pt>
                <c:pt idx="38">
                  <c:v>6.9285033807155205</c:v>
                </c:pt>
                <c:pt idx="39">
                  <c:v>7.0248334736523947</c:v>
                </c:pt>
                <c:pt idx="40">
                  <c:v>7.1331094165723385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43.552986026911313</c:v>
                </c:pt>
                <c:pt idx="1">
                  <c:v>46.547555980034772</c:v>
                </c:pt>
                <c:pt idx="2">
                  <c:v>49.410930027837182</c:v>
                </c:pt>
                <c:pt idx="3">
                  <c:v>48.62217621112174</c:v>
                </c:pt>
                <c:pt idx="4">
                  <c:v>48.051054355325967</c:v>
                </c:pt>
                <c:pt idx="5">
                  <c:v>46.030352268392612</c:v>
                </c:pt>
                <c:pt idx="6">
                  <c:v>41.355560030323048</c:v>
                </c:pt>
                <c:pt idx="7">
                  <c:v>41.119810922322365</c:v>
                </c:pt>
                <c:pt idx="8">
                  <c:v>40.383401023436683</c:v>
                </c:pt>
                <c:pt idx="9">
                  <c:v>40.780585483756546</c:v>
                </c:pt>
                <c:pt idx="10">
                  <c:v>41.04458884705253</c:v>
                </c:pt>
                <c:pt idx="11">
                  <c:v>40.82285300117308</c:v>
                </c:pt>
                <c:pt idx="12">
                  <c:v>40.975291094214995</c:v>
                </c:pt>
                <c:pt idx="13">
                  <c:v>40.904242161058882</c:v>
                </c:pt>
                <c:pt idx="14">
                  <c:v>40.764124072970908</c:v>
                </c:pt>
                <c:pt idx="15">
                  <c:v>40.35942753149012</c:v>
                </c:pt>
                <c:pt idx="16">
                  <c:v>40.163218226023112</c:v>
                </c:pt>
                <c:pt idx="17">
                  <c:v>39.825940864807563</c:v>
                </c:pt>
                <c:pt idx="18">
                  <c:v>39.626586051897341</c:v>
                </c:pt>
                <c:pt idx="19">
                  <c:v>39.261558532068896</c:v>
                </c:pt>
                <c:pt idx="20">
                  <c:v>39.053875877877495</c:v>
                </c:pt>
                <c:pt idx="21">
                  <c:v>38.69155351428757</c:v>
                </c:pt>
                <c:pt idx="22">
                  <c:v>38.517534810798296</c:v>
                </c:pt>
                <c:pt idx="23">
                  <c:v>38.097048640748184</c:v>
                </c:pt>
                <c:pt idx="24">
                  <c:v>37.944514949736082</c:v>
                </c:pt>
                <c:pt idx="25">
                  <c:v>37.677965651844438</c:v>
                </c:pt>
                <c:pt idx="26">
                  <c:v>37.321783867555844</c:v>
                </c:pt>
                <c:pt idx="27">
                  <c:v>37.081169460529502</c:v>
                </c:pt>
                <c:pt idx="28">
                  <c:v>36.823406168891076</c:v>
                </c:pt>
                <c:pt idx="29">
                  <c:v>36.640895129288133</c:v>
                </c:pt>
                <c:pt idx="30">
                  <c:v>36.450316995065329</c:v>
                </c:pt>
                <c:pt idx="31">
                  <c:v>36.256448279136428</c:v>
                </c:pt>
                <c:pt idx="32">
                  <c:v>36.088512343959181</c:v>
                </c:pt>
                <c:pt idx="33">
                  <c:v>35.927723304538247</c:v>
                </c:pt>
                <c:pt idx="34">
                  <c:v>35.734933475315977</c:v>
                </c:pt>
                <c:pt idx="35">
                  <c:v>35.602524141776293</c:v>
                </c:pt>
                <c:pt idx="36">
                  <c:v>35.502279383362506</c:v>
                </c:pt>
                <c:pt idx="37">
                  <c:v>35.414973619430256</c:v>
                </c:pt>
                <c:pt idx="38">
                  <c:v>35.156280053282927</c:v>
                </c:pt>
                <c:pt idx="39">
                  <c:v>35.032133332670462</c:v>
                </c:pt>
                <c:pt idx="40">
                  <c:v>34.858426305924752</c:v>
                </c:pt>
              </c:numCache>
            </c:numRef>
          </c:val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4.6269072801666704</c:v>
                </c:pt>
                <c:pt idx="1">
                  <c:v>4.9378926461429051</c:v>
                </c:pt>
                <c:pt idx="2">
                  <c:v>5.0590247106603048</c:v>
                </c:pt>
                <c:pt idx="3">
                  <c:v>5.3152329868811448</c:v>
                </c:pt>
                <c:pt idx="4">
                  <c:v>5.8547345883869548</c:v>
                </c:pt>
                <c:pt idx="5">
                  <c:v>5.6413672877620433</c:v>
                </c:pt>
                <c:pt idx="6">
                  <c:v>5.8832867986323114</c:v>
                </c:pt>
                <c:pt idx="7">
                  <c:v>6.1280532259360099</c:v>
                </c:pt>
                <c:pt idx="8">
                  <c:v>6.6362279147321823</c:v>
                </c:pt>
                <c:pt idx="9">
                  <c:v>6.8364010526549377</c:v>
                </c:pt>
                <c:pt idx="10">
                  <c:v>6.2918958553989359</c:v>
                </c:pt>
                <c:pt idx="11">
                  <c:v>7.1613519289223433</c:v>
                </c:pt>
                <c:pt idx="12">
                  <c:v>7.5379269411039234</c:v>
                </c:pt>
                <c:pt idx="13">
                  <c:v>7.9341430209442274</c:v>
                </c:pt>
                <c:pt idx="14">
                  <c:v>8.3671360618014585</c:v>
                </c:pt>
                <c:pt idx="15">
                  <c:v>8.8034838007921401</c:v>
                </c:pt>
                <c:pt idx="16">
                  <c:v>9.3135854202996331</c:v>
                </c:pt>
                <c:pt idx="17">
                  <c:v>9.8362635961273295</c:v>
                </c:pt>
                <c:pt idx="18">
                  <c:v>10.404410445568454</c:v>
                </c:pt>
                <c:pt idx="19">
                  <c:v>10.964866491978322</c:v>
                </c:pt>
                <c:pt idx="20">
                  <c:v>11.575614005430101</c:v>
                </c:pt>
                <c:pt idx="21">
                  <c:v>12.155076300244662</c:v>
                </c:pt>
                <c:pt idx="22">
                  <c:v>12.759987147917945</c:v>
                </c:pt>
                <c:pt idx="23">
                  <c:v>13.291342986543238</c:v>
                </c:pt>
                <c:pt idx="24">
                  <c:v>13.865589777410285</c:v>
                </c:pt>
                <c:pt idx="25">
                  <c:v>14.401171554231745</c:v>
                </c:pt>
                <c:pt idx="26">
                  <c:v>14.929595460200744</c:v>
                </c:pt>
                <c:pt idx="27">
                  <c:v>15.475143149944582</c:v>
                </c:pt>
                <c:pt idx="28">
                  <c:v>16.021678516216063</c:v>
                </c:pt>
                <c:pt idx="29">
                  <c:v>16.596073874038932</c:v>
                </c:pt>
                <c:pt idx="30">
                  <c:v>17.157706601155667</c:v>
                </c:pt>
                <c:pt idx="31">
                  <c:v>17.716596988665813</c:v>
                </c:pt>
                <c:pt idx="32">
                  <c:v>18.278676818159791</c:v>
                </c:pt>
                <c:pt idx="33">
                  <c:v>18.843203721074488</c:v>
                </c:pt>
                <c:pt idx="34">
                  <c:v>19.40341897998832</c:v>
                </c:pt>
                <c:pt idx="35">
                  <c:v>19.974794726423113</c:v>
                </c:pt>
                <c:pt idx="36">
                  <c:v>20.505877233297642</c:v>
                </c:pt>
                <c:pt idx="37">
                  <c:v>21.079805353053601</c:v>
                </c:pt>
                <c:pt idx="38">
                  <c:v>21.596492017559576</c:v>
                </c:pt>
                <c:pt idx="39">
                  <c:v>22.139670872971696</c:v>
                </c:pt>
                <c:pt idx="40">
                  <c:v>22.645970429610404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row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15.160698703825332</c:v>
                </c:pt>
                <c:pt idx="1">
                  <c:v>15.559873103272919</c:v>
                </c:pt>
                <c:pt idx="2">
                  <c:v>15.547610684134074</c:v>
                </c:pt>
                <c:pt idx="3">
                  <c:v>15.14804597211883</c:v>
                </c:pt>
                <c:pt idx="4">
                  <c:v>14.947946484778967</c:v>
                </c:pt>
                <c:pt idx="5">
                  <c:v>14.910399990826754</c:v>
                </c:pt>
                <c:pt idx="6">
                  <c:v>14.267126963029984</c:v>
                </c:pt>
                <c:pt idx="7">
                  <c:v>14.490699262231942</c:v>
                </c:pt>
                <c:pt idx="8">
                  <c:v>14.590238425829861</c:v>
                </c:pt>
                <c:pt idx="9">
                  <c:v>14.357631719389625</c:v>
                </c:pt>
                <c:pt idx="10">
                  <c:v>13.370161238535816</c:v>
                </c:pt>
                <c:pt idx="11">
                  <c:v>14.380451201813838</c:v>
                </c:pt>
                <c:pt idx="12">
                  <c:v>14.579958170676642</c:v>
                </c:pt>
                <c:pt idx="13">
                  <c:v>14.872062797385414</c:v>
                </c:pt>
                <c:pt idx="14">
                  <c:v>14.966900382527898</c:v>
                </c:pt>
                <c:pt idx="15">
                  <c:v>15.105115152954372</c:v>
                </c:pt>
                <c:pt idx="16">
                  <c:v>15.16807308564332</c:v>
                </c:pt>
                <c:pt idx="17">
                  <c:v>15.27304182007062</c:v>
                </c:pt>
                <c:pt idx="18">
                  <c:v>15.315161028373959</c:v>
                </c:pt>
                <c:pt idx="19">
                  <c:v>15.432511741625808</c:v>
                </c:pt>
                <c:pt idx="20">
                  <c:v>15.54693451113164</c:v>
                </c:pt>
                <c:pt idx="21">
                  <c:v>15.706103417339635</c:v>
                </c:pt>
                <c:pt idx="22">
                  <c:v>15.806817994884794</c:v>
                </c:pt>
                <c:pt idx="23">
                  <c:v>15.979116209489964</c:v>
                </c:pt>
                <c:pt idx="24">
                  <c:v>16.074463312999836</c:v>
                </c:pt>
                <c:pt idx="25">
                  <c:v>16.235022475057807</c:v>
                </c:pt>
                <c:pt idx="26">
                  <c:v>16.41081371038986</c:v>
                </c:pt>
                <c:pt idx="27">
                  <c:v>16.55063599527179</c:v>
                </c:pt>
                <c:pt idx="28">
                  <c:v>16.715871267772592</c:v>
                </c:pt>
                <c:pt idx="29">
                  <c:v>16.870107419663132</c:v>
                </c:pt>
                <c:pt idx="30">
                  <c:v>17.001666784627844</c:v>
                </c:pt>
                <c:pt idx="31">
                  <c:v>17.172158042758234</c:v>
                </c:pt>
                <c:pt idx="32">
                  <c:v>17.338268032369513</c:v>
                </c:pt>
                <c:pt idx="33">
                  <c:v>17.515182354362693</c:v>
                </c:pt>
                <c:pt idx="34">
                  <c:v>17.676814435804225</c:v>
                </c:pt>
                <c:pt idx="35">
                  <c:v>17.837518796340508</c:v>
                </c:pt>
                <c:pt idx="36">
                  <c:v>18.008786226488599</c:v>
                </c:pt>
                <c:pt idx="37">
                  <c:v>18.14263350119684</c:v>
                </c:pt>
                <c:pt idx="38">
                  <c:v>18.31908002202114</c:v>
                </c:pt>
                <c:pt idx="39">
                  <c:v>18.480367020483556</c:v>
                </c:pt>
                <c:pt idx="40">
                  <c:v>18.632384906840482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073984"/>
        <c:axId val="1035071808"/>
      </c:areaChart>
      <c:catAx>
        <c:axId val="1035073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71808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03507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73984"/>
        <c:crossesAt val="11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200" baseline="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438216631760806E-2"/>
          <c:y val="3.8236634031950663E-2"/>
          <c:w val="0.6766559981107334"/>
          <c:h val="0.85683257819207137"/>
        </c:manualLayout>
      </c:layout>
      <c:areaChart>
        <c:grouping val="stacked"/>
        <c:varyColors val="0"/>
        <c:ser>
          <c:idx val="3"/>
          <c:order val="0"/>
          <c:tx>
            <c:strRef>
              <c:f>Sheet1!$B$1</c:f>
              <c:strCache>
                <c:ptCount val="1"/>
                <c:pt idx="0">
                  <c:v>elec</c:v>
                </c:pt>
              </c:strCache>
            </c:strRef>
          </c:tx>
          <c:spPr>
            <a:solidFill>
              <a:schemeClr val="accent4"/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1.5125140380859374</c:v>
                </c:pt>
                <c:pt idx="1">
                  <c:v>1.6972109375</c:v>
                </c:pt>
                <c:pt idx="2">
                  <c:v>1.756291015625</c:v>
                </c:pt>
                <c:pt idx="3">
                  <c:v>1.9230224609375</c:v>
                </c:pt>
                <c:pt idx="4">
                  <c:v>2.1093735351562501</c:v>
                </c:pt>
                <c:pt idx="5">
                  <c:v>2.1527509765624999</c:v>
                </c:pt>
                <c:pt idx="6">
                  <c:v>2.2665722656249998</c:v>
                </c:pt>
                <c:pt idx="7">
                  <c:v>2.38882666015625</c:v>
                </c:pt>
                <c:pt idx="8">
                  <c:v>2.49824072265625</c:v>
                </c:pt>
                <c:pt idx="9">
                  <c:v>2.5377319335937498</c:v>
                </c:pt>
                <c:pt idx="10">
                  <c:v>2.3304587402343748</c:v>
                </c:pt>
                <c:pt idx="11">
                  <c:v>2.7966767578125</c:v>
                </c:pt>
                <c:pt idx="12">
                  <c:v>2.8894892578125</c:v>
                </c:pt>
                <c:pt idx="13">
                  <c:v>3.0440070800781251</c:v>
                </c:pt>
                <c:pt idx="14">
                  <c:v>3.193851806640625</c:v>
                </c:pt>
                <c:pt idx="15">
                  <c:v>3.3680976562499998</c:v>
                </c:pt>
                <c:pt idx="16">
                  <c:v>3.531829833984375</c:v>
                </c:pt>
                <c:pt idx="17">
                  <c:v>3.7147316894531248</c:v>
                </c:pt>
                <c:pt idx="18">
                  <c:v>3.8876936035156251</c:v>
                </c:pt>
                <c:pt idx="19">
                  <c:v>4.0922021484375</c:v>
                </c:pt>
                <c:pt idx="20">
                  <c:v>4.28204345703125</c:v>
                </c:pt>
                <c:pt idx="21">
                  <c:v>4.4928969726562498</c:v>
                </c:pt>
                <c:pt idx="22">
                  <c:v>4.6611157226562501</c:v>
                </c:pt>
                <c:pt idx="23">
                  <c:v>4.8648134765625004</c:v>
                </c:pt>
                <c:pt idx="24">
                  <c:v>5.0181123046874996</c:v>
                </c:pt>
                <c:pt idx="25">
                  <c:v>5.1901645507812502</c:v>
                </c:pt>
                <c:pt idx="26">
                  <c:v>5.3618188476562496</c:v>
                </c:pt>
                <c:pt idx="27">
                  <c:v>5.5279794921874998</c:v>
                </c:pt>
                <c:pt idx="28">
                  <c:v>5.70409716796875</c:v>
                </c:pt>
                <c:pt idx="29">
                  <c:v>5.8666953125000001</c:v>
                </c:pt>
                <c:pt idx="30">
                  <c:v>6.0370327148437504</c:v>
                </c:pt>
                <c:pt idx="31">
                  <c:v>6.2095517578125001</c:v>
                </c:pt>
                <c:pt idx="32">
                  <c:v>6.3801650390624998</c:v>
                </c:pt>
                <c:pt idx="33">
                  <c:v>6.5405834960937499</c:v>
                </c:pt>
                <c:pt idx="34">
                  <c:v>6.7022548828125004</c:v>
                </c:pt>
                <c:pt idx="35">
                  <c:v>6.8569169921875002</c:v>
                </c:pt>
                <c:pt idx="36">
                  <c:v>7.0204506835937499</c:v>
                </c:pt>
                <c:pt idx="37">
                  <c:v>7.1490083007812499</c:v>
                </c:pt>
                <c:pt idx="38">
                  <c:v>7.3100039062500004</c:v>
                </c:pt>
                <c:pt idx="39">
                  <c:v>7.4464091796874996</c:v>
                </c:pt>
                <c:pt idx="40">
                  <c:v>7.5893271484374996</c:v>
                </c:pt>
              </c:numCache>
            </c:numRef>
          </c:val>
        </c:ser>
        <c:ser>
          <c:idx val="4"/>
          <c:order val="1"/>
          <c:tx>
            <c:strRef>
              <c:f>Sheet1!$C$1</c:f>
              <c:strCache>
                <c:ptCount val="1"/>
                <c:pt idx="0">
                  <c:v>renewables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1.7675353205800055</c:v>
                </c:pt>
                <c:pt idx="1">
                  <c:v>1.8616342415809632</c:v>
                </c:pt>
                <c:pt idx="2">
                  <c:v>1.9416645902395249</c:v>
                </c:pt>
                <c:pt idx="3">
                  <c:v>2.0099112799167638</c:v>
                </c:pt>
                <c:pt idx="4">
                  <c:v>2.0717235201597211</c:v>
                </c:pt>
                <c:pt idx="5">
                  <c:v>2.1128463075160977</c:v>
                </c:pt>
                <c:pt idx="6">
                  <c:v>2.5194250187873841</c:v>
                </c:pt>
                <c:pt idx="7">
                  <c:v>2.5329642326831814</c:v>
                </c:pt>
                <c:pt idx="8">
                  <c:v>2.5868251874446866</c:v>
                </c:pt>
                <c:pt idx="9">
                  <c:v>2.5554142909049991</c:v>
                </c:pt>
                <c:pt idx="10">
                  <c:v>2.0599972810745242</c:v>
                </c:pt>
                <c:pt idx="11">
                  <c:v>2.5407824716567986</c:v>
                </c:pt>
                <c:pt idx="12">
                  <c:v>2.7110405006408693</c:v>
                </c:pt>
                <c:pt idx="13">
                  <c:v>2.8795922064781188</c:v>
                </c:pt>
                <c:pt idx="14">
                  <c:v>3.0442773594856263</c:v>
                </c:pt>
                <c:pt idx="15">
                  <c:v>3.2170436444282537</c:v>
                </c:pt>
                <c:pt idx="16">
                  <c:v>3.4013711247444154</c:v>
                </c:pt>
                <c:pt idx="17">
                  <c:v>3.6000036544799805</c:v>
                </c:pt>
                <c:pt idx="18">
                  <c:v>3.8108556876182562</c:v>
                </c:pt>
                <c:pt idx="19">
                  <c:v>4.0360442318916325</c:v>
                </c:pt>
                <c:pt idx="20">
                  <c:v>4.2691462774276738</c:v>
                </c:pt>
                <c:pt idx="21">
                  <c:v>4.4863546214103689</c:v>
                </c:pt>
                <c:pt idx="22">
                  <c:v>4.6925736336708068</c:v>
                </c:pt>
                <c:pt idx="23">
                  <c:v>4.8962039299011231</c:v>
                </c:pt>
                <c:pt idx="24">
                  <c:v>5.0935446057319638</c:v>
                </c:pt>
                <c:pt idx="25">
                  <c:v>5.2875860834121706</c:v>
                </c:pt>
                <c:pt idx="26">
                  <c:v>5.4801445884704574</c:v>
                </c:pt>
                <c:pt idx="27">
                  <c:v>5.6717222852706906</c:v>
                </c:pt>
                <c:pt idx="28">
                  <c:v>5.8627008838653563</c:v>
                </c:pt>
                <c:pt idx="29">
                  <c:v>6.0545269050598129</c:v>
                </c:pt>
                <c:pt idx="30">
                  <c:v>6.2406224079132064</c:v>
                </c:pt>
                <c:pt idx="31">
                  <c:v>6.4243210802078243</c:v>
                </c:pt>
                <c:pt idx="32">
                  <c:v>6.6068130884170531</c:v>
                </c:pt>
                <c:pt idx="33">
                  <c:v>6.7856421480178835</c:v>
                </c:pt>
                <c:pt idx="34">
                  <c:v>6.9634619073867796</c:v>
                </c:pt>
                <c:pt idx="35">
                  <c:v>7.1411347742080684</c:v>
                </c:pt>
                <c:pt idx="36">
                  <c:v>7.3138525838851924</c:v>
                </c:pt>
                <c:pt idx="37">
                  <c:v>7.4833551321029663</c:v>
                </c:pt>
                <c:pt idx="38">
                  <c:v>7.6529336404800414</c:v>
                </c:pt>
                <c:pt idx="39">
                  <c:v>7.820136289596558</c:v>
                </c:pt>
                <c:pt idx="40">
                  <c:v>7.9815594635009779</c:v>
                </c:pt>
              </c:numCache>
            </c:numRef>
          </c:val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1.1291141357421874</c:v>
                </c:pt>
                <c:pt idx="1">
                  <c:v>1.3405185546875</c:v>
                </c:pt>
                <c:pt idx="2">
                  <c:v>1.4198828125</c:v>
                </c:pt>
                <c:pt idx="3">
                  <c:v>1.3658366699218749</c:v>
                </c:pt>
                <c:pt idx="4">
                  <c:v>1.3588558349609374</c:v>
                </c:pt>
                <c:pt idx="5">
                  <c:v>1.335806884765625</c:v>
                </c:pt>
                <c:pt idx="6">
                  <c:v>1.43362841796875</c:v>
                </c:pt>
                <c:pt idx="7">
                  <c:v>1.4634034423828124</c:v>
                </c:pt>
                <c:pt idx="8">
                  <c:v>1.4899636230468749</c:v>
                </c:pt>
                <c:pt idx="9">
                  <c:v>1.4863231201171876</c:v>
                </c:pt>
                <c:pt idx="10">
                  <c:v>1.3843892822265624</c:v>
                </c:pt>
                <c:pt idx="11">
                  <c:v>1.640979248046875</c:v>
                </c:pt>
                <c:pt idx="12">
                  <c:v>1.7220225830078124</c:v>
                </c:pt>
                <c:pt idx="13">
                  <c:v>1.8280684814453123</c:v>
                </c:pt>
                <c:pt idx="14">
                  <c:v>1.9383433837890625</c:v>
                </c:pt>
                <c:pt idx="15">
                  <c:v>2.0571784667968749</c:v>
                </c:pt>
                <c:pt idx="16">
                  <c:v>2.1892871093749999</c:v>
                </c:pt>
                <c:pt idx="17">
                  <c:v>2.3430312500000001</c:v>
                </c:pt>
                <c:pt idx="18">
                  <c:v>2.5027473144531251</c:v>
                </c:pt>
                <c:pt idx="19">
                  <c:v>2.6771254882812499</c:v>
                </c:pt>
                <c:pt idx="20">
                  <c:v>2.8518623046874998</c:v>
                </c:pt>
                <c:pt idx="21">
                  <c:v>3.0251042480468748</c:v>
                </c:pt>
                <c:pt idx="22">
                  <c:v>3.1824833984374998</c:v>
                </c:pt>
                <c:pt idx="23">
                  <c:v>3.3517944335937502</c:v>
                </c:pt>
                <c:pt idx="24">
                  <c:v>3.4981613769531248</c:v>
                </c:pt>
                <c:pt idx="25">
                  <c:v>3.6532204589843751</c:v>
                </c:pt>
                <c:pt idx="26">
                  <c:v>3.8010522460937501</c:v>
                </c:pt>
                <c:pt idx="27">
                  <c:v>3.9569870605468749</c:v>
                </c:pt>
                <c:pt idx="28">
                  <c:v>4.1199155273437498</c:v>
                </c:pt>
                <c:pt idx="29">
                  <c:v>4.2855971679687501</c:v>
                </c:pt>
                <c:pt idx="30">
                  <c:v>4.4556201171875003</c:v>
                </c:pt>
                <c:pt idx="31">
                  <c:v>4.6303969726562499</c:v>
                </c:pt>
                <c:pt idx="32">
                  <c:v>4.8066645507812504</c:v>
                </c:pt>
                <c:pt idx="33">
                  <c:v>4.9804003906250003</c:v>
                </c:pt>
                <c:pt idx="34">
                  <c:v>5.1525395507812499</c:v>
                </c:pt>
                <c:pt idx="35">
                  <c:v>5.319767578125</c:v>
                </c:pt>
                <c:pt idx="36">
                  <c:v>5.490142578125</c:v>
                </c:pt>
                <c:pt idx="37">
                  <c:v>5.6472275390625004</c:v>
                </c:pt>
                <c:pt idx="38">
                  <c:v>5.811353515625</c:v>
                </c:pt>
                <c:pt idx="39">
                  <c:v>5.9646083984375</c:v>
                </c:pt>
                <c:pt idx="40">
                  <c:v>6.1165756835937497</c:v>
                </c:pt>
              </c:numCache>
            </c:numRef>
          </c:val>
        </c:ser>
        <c:ser>
          <c:idx val="0"/>
          <c:order val="3"/>
          <c:tx>
            <c:strRef>
              <c:f>Sheet1!$E$1</c:f>
              <c:strCache>
                <c:ptCount val="1"/>
                <c:pt idx="0">
                  <c:v>liquids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2.6563209285736078</c:v>
                </c:pt>
                <c:pt idx="1">
                  <c:v>2.4949446992874154</c:v>
                </c:pt>
                <c:pt idx="2">
                  <c:v>2.7038430733680725</c:v>
                </c:pt>
                <c:pt idx="3">
                  <c:v>2.7470019412040712</c:v>
                </c:pt>
                <c:pt idx="4">
                  <c:v>2.8343187294006347</c:v>
                </c:pt>
                <c:pt idx="5">
                  <c:v>3.0838989887237549</c:v>
                </c:pt>
                <c:pt idx="6">
                  <c:v>3.5022654104232789</c:v>
                </c:pt>
                <c:pt idx="7">
                  <c:v>3.6188075704574585</c:v>
                </c:pt>
                <c:pt idx="8">
                  <c:v>3.7594268093109129</c:v>
                </c:pt>
                <c:pt idx="9">
                  <c:v>3.7751220340728762</c:v>
                </c:pt>
                <c:pt idx="10">
                  <c:v>3.4378125381469724</c:v>
                </c:pt>
                <c:pt idx="11">
                  <c:v>3.9606609439849865</c:v>
                </c:pt>
                <c:pt idx="12">
                  <c:v>4.1597541961669915</c:v>
                </c:pt>
                <c:pt idx="13">
                  <c:v>4.3845784788131716</c:v>
                </c:pt>
                <c:pt idx="14">
                  <c:v>4.6186048316955564</c:v>
                </c:pt>
                <c:pt idx="15">
                  <c:v>4.8687630167007452</c:v>
                </c:pt>
                <c:pt idx="16">
                  <c:v>5.158479927062988</c:v>
                </c:pt>
                <c:pt idx="17">
                  <c:v>5.4761394128799434</c:v>
                </c:pt>
                <c:pt idx="18">
                  <c:v>5.8106530561447141</c:v>
                </c:pt>
                <c:pt idx="19">
                  <c:v>6.1659220275878921</c:v>
                </c:pt>
                <c:pt idx="20">
                  <c:v>6.5325217475891124</c:v>
                </c:pt>
                <c:pt idx="21">
                  <c:v>6.8855324859619138</c:v>
                </c:pt>
                <c:pt idx="22">
                  <c:v>7.2224784107208251</c:v>
                </c:pt>
                <c:pt idx="23">
                  <c:v>7.5565399341583248</c:v>
                </c:pt>
                <c:pt idx="24">
                  <c:v>7.8751644477844236</c:v>
                </c:pt>
                <c:pt idx="25">
                  <c:v>8.1926735877990726</c:v>
                </c:pt>
                <c:pt idx="26">
                  <c:v>8.5105205879211425</c:v>
                </c:pt>
                <c:pt idx="27">
                  <c:v>8.8330427951812727</c:v>
                </c:pt>
                <c:pt idx="28">
                  <c:v>9.1658235740661649</c:v>
                </c:pt>
                <c:pt idx="29">
                  <c:v>9.5078487529754625</c:v>
                </c:pt>
                <c:pt idx="30">
                  <c:v>9.8479950428009051</c:v>
                </c:pt>
                <c:pt idx="31">
                  <c:v>10.192745601654053</c:v>
                </c:pt>
                <c:pt idx="32">
                  <c:v>10.534264955520632</c:v>
                </c:pt>
                <c:pt idx="33">
                  <c:v>10.87589927482605</c:v>
                </c:pt>
                <c:pt idx="34">
                  <c:v>11.21423673248291</c:v>
                </c:pt>
                <c:pt idx="35">
                  <c:v>11.545660026550296</c:v>
                </c:pt>
                <c:pt idx="36">
                  <c:v>11.874664541244506</c:v>
                </c:pt>
                <c:pt idx="37">
                  <c:v>12.191041540145873</c:v>
                </c:pt>
                <c:pt idx="38">
                  <c:v>12.509055713653565</c:v>
                </c:pt>
                <c:pt idx="39">
                  <c:v>12.814184780120849</c:v>
                </c:pt>
                <c:pt idx="40">
                  <c:v>13.107235256195068</c:v>
                </c:pt>
              </c:numCache>
            </c:numRef>
          </c:val>
        </c:ser>
        <c:ser>
          <c:idx val="2"/>
          <c:order val="4"/>
          <c:tx>
            <c:strRef>
              <c:f>Sheet1!$F$1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chemeClr val="tx1"/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Sheet1!$F$2:$F$42</c:f>
              <c:numCache>
                <c:formatCode>General</c:formatCode>
                <c:ptCount val="41"/>
                <c:pt idx="0">
                  <c:v>4.6269072801666704</c:v>
                </c:pt>
                <c:pt idx="1">
                  <c:v>4.9378926461429051</c:v>
                </c:pt>
                <c:pt idx="2">
                  <c:v>5.0590247106603048</c:v>
                </c:pt>
                <c:pt idx="3">
                  <c:v>5.3152329868811448</c:v>
                </c:pt>
                <c:pt idx="4">
                  <c:v>5.8547345883869548</c:v>
                </c:pt>
                <c:pt idx="5">
                  <c:v>5.6413672877620433</c:v>
                </c:pt>
                <c:pt idx="6">
                  <c:v>5.8832867986323114</c:v>
                </c:pt>
                <c:pt idx="7">
                  <c:v>6.1280532259360099</c:v>
                </c:pt>
                <c:pt idx="8">
                  <c:v>6.6362279147321823</c:v>
                </c:pt>
                <c:pt idx="9">
                  <c:v>6.8364010526549377</c:v>
                </c:pt>
                <c:pt idx="10">
                  <c:v>6.2918958553989359</c:v>
                </c:pt>
                <c:pt idx="11">
                  <c:v>7.1613519289223433</c:v>
                </c:pt>
                <c:pt idx="12">
                  <c:v>7.5379269411039234</c:v>
                </c:pt>
                <c:pt idx="13">
                  <c:v>7.9341430209442274</c:v>
                </c:pt>
                <c:pt idx="14">
                  <c:v>8.3671360618014585</c:v>
                </c:pt>
                <c:pt idx="15">
                  <c:v>8.8034838007921401</c:v>
                </c:pt>
                <c:pt idx="16">
                  <c:v>9.3135854202996331</c:v>
                </c:pt>
                <c:pt idx="17">
                  <c:v>9.8362635961273295</c:v>
                </c:pt>
                <c:pt idx="18">
                  <c:v>10.404410445568454</c:v>
                </c:pt>
                <c:pt idx="19">
                  <c:v>10.964866491978322</c:v>
                </c:pt>
                <c:pt idx="20">
                  <c:v>11.575614005430101</c:v>
                </c:pt>
                <c:pt idx="21">
                  <c:v>12.155076300244662</c:v>
                </c:pt>
                <c:pt idx="22">
                  <c:v>12.759987147917945</c:v>
                </c:pt>
                <c:pt idx="23">
                  <c:v>13.291342986543238</c:v>
                </c:pt>
                <c:pt idx="24">
                  <c:v>13.865589777410285</c:v>
                </c:pt>
                <c:pt idx="25">
                  <c:v>14.401171554231745</c:v>
                </c:pt>
                <c:pt idx="26">
                  <c:v>14.929595460200744</c:v>
                </c:pt>
                <c:pt idx="27">
                  <c:v>15.475143149944582</c:v>
                </c:pt>
                <c:pt idx="28">
                  <c:v>16.021678516216063</c:v>
                </c:pt>
                <c:pt idx="29">
                  <c:v>16.596073874038932</c:v>
                </c:pt>
                <c:pt idx="30">
                  <c:v>17.157706601155667</c:v>
                </c:pt>
                <c:pt idx="31">
                  <c:v>17.716596988665813</c:v>
                </c:pt>
                <c:pt idx="32">
                  <c:v>18.278676818159791</c:v>
                </c:pt>
                <c:pt idx="33">
                  <c:v>18.843203721074488</c:v>
                </c:pt>
                <c:pt idx="34">
                  <c:v>19.40341897998832</c:v>
                </c:pt>
                <c:pt idx="35">
                  <c:v>19.974794726423113</c:v>
                </c:pt>
                <c:pt idx="36">
                  <c:v>20.505877233297642</c:v>
                </c:pt>
                <c:pt idx="37">
                  <c:v>21.079805353053601</c:v>
                </c:pt>
                <c:pt idx="38">
                  <c:v>21.596492017559576</c:v>
                </c:pt>
                <c:pt idx="39">
                  <c:v>22.139670872971696</c:v>
                </c:pt>
                <c:pt idx="40">
                  <c:v>22.645970429610404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062016"/>
        <c:axId val="1035062560"/>
      </c:areaChart>
      <c:catAx>
        <c:axId val="1035062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2560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035062560"/>
        <c:scaling>
          <c:orientation val="minMax"/>
          <c:max val="9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2016"/>
        <c:crossesAt val="11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200" baseline="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71723634225599"/>
          <c:y val="7.8489749262216343E-2"/>
          <c:w val="0.68058113471259873"/>
          <c:h val="0.8128552051735628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25.58510432498538</c:v>
                </c:pt>
                <c:pt idx="1">
                  <c:v>23.689950849993799</c:v>
                </c:pt>
                <c:pt idx="2">
                  <c:v>26.393554990543699</c:v>
                </c:pt>
                <c:pt idx="3">
                  <c:v>28.02270039274519</c:v>
                </c:pt>
                <c:pt idx="4">
                  <c:v>30.368377826123577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America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33.69732152772329</c:v>
                </c:pt>
                <c:pt idx="1">
                  <c:v>35.275592590315348</c:v>
                </c:pt>
                <c:pt idx="2">
                  <c:v>41.311825658982016</c:v>
                </c:pt>
                <c:pt idx="3">
                  <c:v>45.723114706720025</c:v>
                </c:pt>
                <c:pt idx="4">
                  <c:v>50.524711751954342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15.393991109881201</c:v>
                </c:pt>
                <c:pt idx="1">
                  <c:v>14.417771396983067</c:v>
                </c:pt>
                <c:pt idx="2">
                  <c:v>16.010925024802024</c:v>
                </c:pt>
                <c:pt idx="3">
                  <c:v>16.279180189663105</c:v>
                </c:pt>
                <c:pt idx="4">
                  <c:v>16.579302963146173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35069088"/>
        <c:axId val="1035064736"/>
      </c:barChart>
      <c:catAx>
        <c:axId val="1035069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4736"/>
        <c:crosses val="autoZero"/>
        <c:auto val="1"/>
        <c:lblAlgn val="ctr"/>
        <c:lblOffset val="100"/>
        <c:noMultiLvlLbl val="0"/>
      </c:catAx>
      <c:valAx>
        <c:axId val="1035064736"/>
        <c:scaling>
          <c:orientation val="minMax"/>
          <c:max val="3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9088"/>
        <c:crossesAt val="3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96709941644035"/>
          <c:y val="6.223078619391046E-2"/>
          <c:w val="0.60636373232378937"/>
          <c:h val="0.83938205089543405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Sheet1!$B$1</c:f>
              <c:strCache>
                <c:ptCount val="1"/>
                <c:pt idx="0">
                  <c:v>Europe and Eurasia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20.432819661996707</c:v>
                </c:pt>
                <c:pt idx="1">
                  <c:v>20.148843665807128</c:v>
                </c:pt>
                <c:pt idx="2">
                  <c:v>23.944557804601647</c:v>
                </c:pt>
                <c:pt idx="3">
                  <c:v>26.457932393485219</c:v>
                </c:pt>
                <c:pt idx="4">
                  <c:v>28.47507955619281</c:v>
                </c:pt>
              </c:numCache>
            </c:numRef>
          </c:val>
        </c:ser>
        <c:ser>
          <c:idx val="6"/>
          <c:order val="1"/>
          <c:tx>
            <c:strRef>
              <c:f>Sheet1!$C$1</c:f>
              <c:strCache>
                <c:ptCount val="1"/>
                <c:pt idx="0">
                  <c:v>Americas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11.464427713125758</c:v>
                </c:pt>
                <c:pt idx="1">
                  <c:v>10.80276012731038</c:v>
                </c:pt>
                <c:pt idx="2">
                  <c:v>13.231095024727939</c:v>
                </c:pt>
                <c:pt idx="3">
                  <c:v>15.278544420441712</c:v>
                </c:pt>
                <c:pt idx="4">
                  <c:v>17.588018893525007</c:v>
                </c:pt>
              </c:numCache>
            </c:numRef>
          </c:val>
        </c:ser>
        <c:ser>
          <c:idx val="5"/>
          <c:order val="2"/>
          <c:tx>
            <c:strRef>
              <c:f>Sheet1!$D$1</c:f>
              <c:strCache>
                <c:ptCount val="1"/>
                <c:pt idx="0">
                  <c:v>Africa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8.8796784903954347</c:v>
                </c:pt>
                <c:pt idx="1">
                  <c:v>9.3853673048234221</c:v>
                </c:pt>
                <c:pt idx="2">
                  <c:v>11.815365184637209</c:v>
                </c:pt>
                <c:pt idx="3">
                  <c:v>14.971150108779971</c:v>
                </c:pt>
                <c:pt idx="4">
                  <c:v>18.524364115368122</c:v>
                </c:pt>
              </c:numCache>
            </c:numRef>
          </c:val>
        </c:ser>
        <c:ser>
          <c:idx val="4"/>
          <c:order val="3"/>
          <c:tx>
            <c:strRef>
              <c:f>Sheet1!$E$1</c:f>
              <c:strCache>
                <c:ptCount val="1"/>
                <c:pt idx="0">
                  <c:v>Middle East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13.450456989379845</c:v>
                </c:pt>
                <c:pt idx="1">
                  <c:v>16.063019482503677</c:v>
                </c:pt>
                <c:pt idx="2">
                  <c:v>20.5077800103046</c:v>
                </c:pt>
                <c:pt idx="3">
                  <c:v>22.715038612767753</c:v>
                </c:pt>
                <c:pt idx="4">
                  <c:v>22.687429551913876</c:v>
                </c:pt>
              </c:numCache>
            </c:numRef>
          </c:val>
        </c:ser>
        <c:ser>
          <c:idx val="2"/>
          <c:order val="4"/>
          <c:tx>
            <c:strRef>
              <c:f>Sheet1!$F$1</c:f>
              <c:strCache>
                <c:ptCount val="1"/>
                <c:pt idx="0">
                  <c:v>Other Asia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14.645518181830981</c:v>
                </c:pt>
                <c:pt idx="1">
                  <c:v>18.592910789391578</c:v>
                </c:pt>
                <c:pt idx="2">
                  <c:v>25.343544206649376</c:v>
                </c:pt>
                <c:pt idx="3">
                  <c:v>32.109213193924049</c:v>
                </c:pt>
                <c:pt idx="4">
                  <c:v>38.062468627540362</c:v>
                </c:pt>
              </c:numCache>
            </c:numRef>
          </c:val>
        </c:ser>
        <c:ser>
          <c:idx val="1"/>
          <c:order val="5"/>
          <c:tx>
            <c:strRef>
              <c:f>Sheet1!$G$1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11.692391703148408</c:v>
                </c:pt>
                <c:pt idx="1">
                  <c:v>15.504553697081368</c:v>
                </c:pt>
                <c:pt idx="2">
                  <c:v>29.511187792165643</c:v>
                </c:pt>
                <c:pt idx="3">
                  <c:v>43.738976883901024</c:v>
                </c:pt>
                <c:pt idx="4">
                  <c:v>57.440667981337697</c:v>
                </c:pt>
              </c:numCache>
            </c:numRef>
          </c:val>
        </c:ser>
        <c:ser>
          <c:idx val="0"/>
          <c:order val="6"/>
          <c:tx>
            <c:strRef>
              <c:f>Sheet1!$H$1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64.366365646755483</c:v>
                </c:pt>
                <c:pt idx="1">
                  <c:v>77.10837624098599</c:v>
                </c:pt>
                <c:pt idx="2">
                  <c:v>82.284862769649735</c:v>
                </c:pt>
                <c:pt idx="3">
                  <c:v>82.13715688426187</c:v>
                </c:pt>
                <c:pt idx="4">
                  <c:v>81.063282649631191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35072896"/>
        <c:axId val="1035068544"/>
      </c:barChart>
      <c:catAx>
        <c:axId val="1035072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8544"/>
        <c:crosses val="autoZero"/>
        <c:auto val="1"/>
        <c:lblAlgn val="ctr"/>
        <c:lblOffset val="100"/>
        <c:noMultiLvlLbl val="0"/>
      </c:catAx>
      <c:valAx>
        <c:axId val="103506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72896"/>
        <c:crossesAt val="3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81372744986443E-2"/>
          <c:y val="3.2241243982896871E-2"/>
          <c:w val="0.82837254510027114"/>
          <c:h val="0.85667404857205498"/>
        </c:manualLayout>
      </c:layout>
      <c:areaChart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Renewables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8.3577031089643829E-5</c:v>
                </c:pt>
                <c:pt idx="1">
                  <c:v>1.6715406217928766E-4</c:v>
                </c:pt>
                <c:pt idx="2">
                  <c:v>2.507310932689315E-4</c:v>
                </c:pt>
                <c:pt idx="3">
                  <c:v>2.9251960881375335E-4</c:v>
                </c:pt>
                <c:pt idx="4">
                  <c:v>2.5073109326893155E-4</c:v>
                </c:pt>
                <c:pt idx="5">
                  <c:v>2.507310932689315E-4</c:v>
                </c:pt>
                <c:pt idx="6">
                  <c:v>1.2536554663446578E-4</c:v>
                </c:pt>
                <c:pt idx="7">
                  <c:v>8.3577031089643829E-5</c:v>
                </c:pt>
                <c:pt idx="8">
                  <c:v>1.2536554663446578E-4</c:v>
                </c:pt>
                <c:pt idx="9">
                  <c:v>1.1878124716980215E-4</c:v>
                </c:pt>
                <c:pt idx="10">
                  <c:v>1.0035024617854145E-4</c:v>
                </c:pt>
                <c:pt idx="11">
                  <c:v>1.1081761803083215E-4</c:v>
                </c:pt>
                <c:pt idx="12">
                  <c:v>1.1468747456354248E-4</c:v>
                </c:pt>
                <c:pt idx="13">
                  <c:v>1.173872540521916E-4</c:v>
                </c:pt>
                <c:pt idx="14">
                  <c:v>1.1846839080379741E-4</c:v>
                </c:pt>
                <c:pt idx="15">
                  <c:v>1.1914103981267414E-4</c:v>
                </c:pt>
                <c:pt idx="16">
                  <c:v>1.1881863173400139E-4</c:v>
                </c:pt>
                <c:pt idx="17">
                  <c:v>1.1890380548652139E-4</c:v>
                </c:pt>
                <c:pt idx="18">
                  <c:v>1.1902732995643466E-4</c:v>
                </c:pt>
                <c:pt idx="19">
                  <c:v>1.1957350063963113E-4</c:v>
                </c:pt>
                <c:pt idx="20">
                  <c:v>1.2043857505211509E-4</c:v>
                </c:pt>
                <c:pt idx="21">
                  <c:v>1.2164018965572219E-4</c:v>
                </c:pt>
                <c:pt idx="22">
                  <c:v>1.2302232710443303E-4</c:v>
                </c:pt>
                <c:pt idx="23">
                  <c:v>1.2459767256295254E-4</c:v>
                </c:pt>
                <c:pt idx="24">
                  <c:v>1.2634762425853003E-4</c:v>
                </c:pt>
                <c:pt idx="25">
                  <c:v>1.2826938712767164E-4</c:v>
                </c:pt>
                <c:pt idx="26">
                  <c:v>1.3024246365106749E-4</c:v>
                </c:pt>
                <c:pt idx="27">
                  <c:v>1.322677466963435E-4</c:v>
                </c:pt>
                <c:pt idx="28">
                  <c:v>1.3436247133455462E-4</c:v>
                </c:pt>
                <c:pt idx="29">
                  <c:v>1.3654506836242129E-4</c:v>
                </c:pt>
                <c:pt idx="30">
                  <c:v>1.388187260312775E-4</c:v>
                </c:pt>
                <c:pt idx="31">
                  <c:v>1.4120493404234331E-4</c:v>
                </c:pt>
                <c:pt idx="32">
                  <c:v>1.4367371668732342E-4</c:v>
                </c:pt>
                <c:pt idx="33">
                  <c:v>1.4624262076103428E-4</c:v>
                </c:pt>
                <c:pt idx="34">
                  <c:v>1.4894893959415068E-4</c:v>
                </c:pt>
                <c:pt idx="35">
                  <c:v>1.5180651951098115E-4</c:v>
                </c:pt>
                <c:pt idx="36">
                  <c:v>1.5470202447942608E-4</c:v>
                </c:pt>
                <c:pt idx="37">
                  <c:v>1.5803137360358534E-4</c:v>
                </c:pt>
                <c:pt idx="38">
                  <c:v>1.6169459511647223E-4</c:v>
                </c:pt>
                <c:pt idx="39">
                  <c:v>1.6545985173522444E-4</c:v>
                </c:pt>
                <c:pt idx="40">
                  <c:v>1.694045054931287E-4</c:v>
                </c:pt>
              </c:numCache>
            </c:numRef>
          </c:val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Liquids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8.6373557877922474E-2</c:v>
                </c:pt>
                <c:pt idx="1">
                  <c:v>8.1759949511050076E-2</c:v>
                </c:pt>
                <c:pt idx="2">
                  <c:v>6.6100483734445936E-2</c:v>
                </c:pt>
                <c:pt idx="3">
                  <c:v>5.9245347554677599E-2</c:v>
                </c:pt>
                <c:pt idx="4">
                  <c:v>4.6962384060909232E-2</c:v>
                </c:pt>
                <c:pt idx="5">
                  <c:v>4.4683537098520631E-2</c:v>
                </c:pt>
                <c:pt idx="6">
                  <c:v>4.3818722963541286E-2</c:v>
                </c:pt>
                <c:pt idx="7">
                  <c:v>4.7782914078448535E-2</c:v>
                </c:pt>
                <c:pt idx="8">
                  <c:v>4.996549204749258E-2</c:v>
                </c:pt>
                <c:pt idx="9">
                  <c:v>4.8254868436264239E-2</c:v>
                </c:pt>
                <c:pt idx="10">
                  <c:v>4.7305173171658117E-2</c:v>
                </c:pt>
                <c:pt idx="11">
                  <c:v>4.7992045650675934E-2</c:v>
                </c:pt>
                <c:pt idx="12">
                  <c:v>4.9589103100526825E-2</c:v>
                </c:pt>
                <c:pt idx="13">
                  <c:v>5.0018391422652811E-2</c:v>
                </c:pt>
                <c:pt idx="14">
                  <c:v>5.0189702189450597E-2</c:v>
                </c:pt>
                <c:pt idx="15">
                  <c:v>4.9511054402931971E-2</c:v>
                </c:pt>
                <c:pt idx="16">
                  <c:v>5.0002041865888205E-2</c:v>
                </c:pt>
                <c:pt idx="17">
                  <c:v>5.0300910400697785E-2</c:v>
                </c:pt>
                <c:pt idx="18">
                  <c:v>5.102133259492736E-2</c:v>
                </c:pt>
                <c:pt idx="19">
                  <c:v>5.1231454549699712E-2</c:v>
                </c:pt>
                <c:pt idx="20">
                  <c:v>5.1907667690707975E-2</c:v>
                </c:pt>
                <c:pt idx="21">
                  <c:v>5.2157036867922897E-2</c:v>
                </c:pt>
                <c:pt idx="22">
                  <c:v>5.3020569570232164E-2</c:v>
                </c:pt>
                <c:pt idx="23">
                  <c:v>5.3037933218433017E-2</c:v>
                </c:pt>
                <c:pt idx="24">
                  <c:v>5.4003523888677483E-2</c:v>
                </c:pt>
                <c:pt idx="25">
                  <c:v>5.4555951319601961E-2</c:v>
                </c:pt>
                <c:pt idx="26">
                  <c:v>5.486916201923054E-2</c:v>
                </c:pt>
                <c:pt idx="27">
                  <c:v>5.5504805602527935E-2</c:v>
                </c:pt>
                <c:pt idx="28">
                  <c:v>5.6013755976378206E-2</c:v>
                </c:pt>
                <c:pt idx="29">
                  <c:v>5.6790775797696862E-2</c:v>
                </c:pt>
                <c:pt idx="30">
                  <c:v>5.754068275367024E-2</c:v>
                </c:pt>
                <c:pt idx="31">
                  <c:v>5.8240826500767534E-2</c:v>
                </c:pt>
                <c:pt idx="32">
                  <c:v>5.9054309785742873E-2</c:v>
                </c:pt>
                <c:pt idx="33">
                  <c:v>5.9917968429727776E-2</c:v>
                </c:pt>
                <c:pt idx="34">
                  <c:v>6.0659138007406216E-2</c:v>
                </c:pt>
                <c:pt idx="35">
                  <c:v>6.1666703734070828E-2</c:v>
                </c:pt>
                <c:pt idx="36">
                  <c:v>6.2668628079772665E-2</c:v>
                </c:pt>
                <c:pt idx="37">
                  <c:v>6.3876933491147522E-2</c:v>
                </c:pt>
                <c:pt idx="38">
                  <c:v>6.4610922234861187E-2</c:v>
                </c:pt>
                <c:pt idx="39">
                  <c:v>6.5703022835904221E-2</c:v>
                </c:pt>
                <c:pt idx="40">
                  <c:v>6.6711210619745553E-2</c:v>
                </c:pt>
              </c:numCache>
            </c:numRef>
          </c:val>
        </c:ser>
        <c:ser>
          <c:idx val="3"/>
          <c:order val="2"/>
          <c:tx>
            <c:strRef>
              <c:f>Sheet1!$D$1</c:f>
              <c:strCache>
                <c:ptCount val="1"/>
                <c:pt idx="0">
                  <c:v>Natural Gas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0.14288223888214632</c:v>
                </c:pt>
                <c:pt idx="1">
                  <c:v>0.17627981065446086</c:v>
                </c:pt>
                <c:pt idx="2">
                  <c:v>0.17935206820438604</c:v>
                </c:pt>
                <c:pt idx="3">
                  <c:v>0.182030269322602</c:v>
                </c:pt>
                <c:pt idx="4">
                  <c:v>0.19498493576975259</c:v>
                </c:pt>
                <c:pt idx="5">
                  <c:v>0.17316639367180175</c:v>
                </c:pt>
                <c:pt idx="6">
                  <c:v>0.1899368178547437</c:v>
                </c:pt>
                <c:pt idx="7">
                  <c:v>0.22572623050845805</c:v>
                </c:pt>
                <c:pt idx="8">
                  <c:v>0.25588040416378888</c:v>
                </c:pt>
                <c:pt idx="9">
                  <c:v>0.24748806164974715</c:v>
                </c:pt>
                <c:pt idx="10">
                  <c:v>0.24228837512577489</c:v>
                </c:pt>
                <c:pt idx="11">
                  <c:v>0.2536100305692443</c:v>
                </c:pt>
                <c:pt idx="12">
                  <c:v>0.26017297971495013</c:v>
                </c:pt>
                <c:pt idx="13">
                  <c:v>0.26322262911639732</c:v>
                </c:pt>
                <c:pt idx="14">
                  <c:v>0.26417176135164544</c:v>
                </c:pt>
                <c:pt idx="15">
                  <c:v>0.26174434234955329</c:v>
                </c:pt>
                <c:pt idx="16">
                  <c:v>0.26279578923441355</c:v>
                </c:pt>
                <c:pt idx="17">
                  <c:v>0.26353834018397809</c:v>
                </c:pt>
                <c:pt idx="18">
                  <c:v>0.26617582376530807</c:v>
                </c:pt>
                <c:pt idx="19">
                  <c:v>0.26731191093490275</c:v>
                </c:pt>
                <c:pt idx="20">
                  <c:v>0.27015388044172051</c:v>
                </c:pt>
                <c:pt idx="21">
                  <c:v>0.27170653317612586</c:v>
                </c:pt>
                <c:pt idx="22">
                  <c:v>0.27543950580955123</c:v>
                </c:pt>
                <c:pt idx="23">
                  <c:v>0.27653913374333211</c:v>
                </c:pt>
                <c:pt idx="24">
                  <c:v>0.2805794621718446</c:v>
                </c:pt>
                <c:pt idx="25">
                  <c:v>0.28337454585590771</c:v>
                </c:pt>
                <c:pt idx="26">
                  <c:v>0.2849589620490906</c:v>
                </c:pt>
                <c:pt idx="27">
                  <c:v>0.28797731512302144</c:v>
                </c:pt>
                <c:pt idx="28">
                  <c:v>0.2907279242008759</c:v>
                </c:pt>
                <c:pt idx="29">
                  <c:v>0.2941577854174689</c:v>
                </c:pt>
                <c:pt idx="30">
                  <c:v>0.29774962929737742</c:v>
                </c:pt>
                <c:pt idx="31">
                  <c:v>0.30125613430434289</c:v>
                </c:pt>
                <c:pt idx="32">
                  <c:v>0.30508887839606708</c:v>
                </c:pt>
                <c:pt idx="33">
                  <c:v>0.30905715716840088</c:v>
                </c:pt>
                <c:pt idx="34">
                  <c:v>0.3127806847014718</c:v>
                </c:pt>
                <c:pt idx="35">
                  <c:v>0.31729384927302423</c:v>
                </c:pt>
                <c:pt idx="36">
                  <c:v>0.3222685008414774</c:v>
                </c:pt>
                <c:pt idx="37">
                  <c:v>0.32769538100080042</c:v>
                </c:pt>
                <c:pt idx="38">
                  <c:v>0.3313199456675035</c:v>
                </c:pt>
                <c:pt idx="39">
                  <c:v>0.33595331035535569</c:v>
                </c:pt>
                <c:pt idx="40">
                  <c:v>0.34061070221866169</c:v>
                </c:pt>
              </c:numCache>
            </c:numRef>
          </c:val>
        </c:ser>
        <c:ser>
          <c:idx val="4"/>
          <c:order val="3"/>
          <c:tx>
            <c:strRef>
              <c:f>Sheet1!$E$1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chemeClr val="tx1"/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0.21526423790434154</c:v>
                </c:pt>
                <c:pt idx="1">
                  <c:v>0.20224385239555476</c:v>
                </c:pt>
                <c:pt idx="2">
                  <c:v>0.22137234526944327</c:v>
                </c:pt>
                <c:pt idx="3">
                  <c:v>0.20924188371144276</c:v>
                </c:pt>
                <c:pt idx="4">
                  <c:v>0.16249881724654761</c:v>
                </c:pt>
                <c:pt idx="5">
                  <c:v>0.1355747981838365</c:v>
                </c:pt>
                <c:pt idx="6">
                  <c:v>9.3362710012295319E-2</c:v>
                </c:pt>
                <c:pt idx="7">
                  <c:v>8.6833098365480504E-2</c:v>
                </c:pt>
                <c:pt idx="8">
                  <c:v>8.5962487856172082E-2</c:v>
                </c:pt>
                <c:pt idx="9">
                  <c:v>8.4264728143894699E-2</c:v>
                </c:pt>
                <c:pt idx="10">
                  <c:v>8.9737812823969018E-2</c:v>
                </c:pt>
                <c:pt idx="11">
                  <c:v>8.6825778052836491E-2</c:v>
                </c:pt>
                <c:pt idx="12">
                  <c:v>9.0414593342395169E-2</c:v>
                </c:pt>
                <c:pt idx="13">
                  <c:v>9.1423288877618206E-2</c:v>
                </c:pt>
                <c:pt idx="14">
                  <c:v>9.1963760070121969E-2</c:v>
                </c:pt>
                <c:pt idx="15">
                  <c:v>9.0298206042782728E-2</c:v>
                </c:pt>
                <c:pt idx="16">
                  <c:v>9.1234823272148644E-2</c:v>
                </c:pt>
                <c:pt idx="17">
                  <c:v>9.1498290424364262E-2</c:v>
                </c:pt>
                <c:pt idx="18">
                  <c:v>9.3087876320844642E-2</c:v>
                </c:pt>
                <c:pt idx="19">
                  <c:v>9.3173486907134062E-2</c:v>
                </c:pt>
                <c:pt idx="20">
                  <c:v>9.4764542018508868E-2</c:v>
                </c:pt>
                <c:pt idx="21">
                  <c:v>9.4942435212968079E-2</c:v>
                </c:pt>
                <c:pt idx="22">
                  <c:v>9.7015450133068823E-2</c:v>
                </c:pt>
                <c:pt idx="23">
                  <c:v>9.6681946451197071E-2</c:v>
                </c:pt>
                <c:pt idx="24">
                  <c:v>9.88157040649984E-2</c:v>
                </c:pt>
                <c:pt idx="25">
                  <c:v>9.9796657805656594E-2</c:v>
                </c:pt>
                <c:pt idx="26">
                  <c:v>9.9856415213462932E-2</c:v>
                </c:pt>
                <c:pt idx="27">
                  <c:v>0.1010025116118482</c:v>
                </c:pt>
                <c:pt idx="28">
                  <c:v>0.10189441583906042</c:v>
                </c:pt>
                <c:pt idx="29">
                  <c:v>0.10338253709268737</c:v>
                </c:pt>
                <c:pt idx="30">
                  <c:v>0.10473865873319188</c:v>
                </c:pt>
                <c:pt idx="31">
                  <c:v>0.10604010159493901</c:v>
                </c:pt>
                <c:pt idx="32">
                  <c:v>0.1075391647857579</c:v>
                </c:pt>
                <c:pt idx="33">
                  <c:v>0.10909381488772196</c:v>
                </c:pt>
                <c:pt idx="34">
                  <c:v>0.11037268399109168</c:v>
                </c:pt>
                <c:pt idx="35">
                  <c:v>0.11229540241720209</c:v>
                </c:pt>
                <c:pt idx="36">
                  <c:v>0.11462991521933515</c:v>
                </c:pt>
                <c:pt idx="37">
                  <c:v>0.11723255515675525</c:v>
                </c:pt>
                <c:pt idx="38">
                  <c:v>0.11793363906142056</c:v>
                </c:pt>
                <c:pt idx="39">
                  <c:v>0.11985036101528905</c:v>
                </c:pt>
                <c:pt idx="40">
                  <c:v>0.12136893820119275</c:v>
                </c:pt>
              </c:numCache>
            </c:numRef>
          </c:val>
        </c:ser>
        <c:ser>
          <c:idx val="0"/>
          <c:order val="4"/>
          <c:tx>
            <c:strRef>
              <c:f>Sheet1!$F$1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Sheet1!$F$2:$F$42</c:f>
              <c:numCache>
                <c:formatCode>General</c:formatCode>
                <c:ptCount val="41"/>
                <c:pt idx="0">
                  <c:v>0.37245731016001682</c:v>
                </c:pt>
                <c:pt idx="1">
                  <c:v>0.40252720365825567</c:v>
                </c:pt>
                <c:pt idx="2">
                  <c:v>0.39670526318426169</c:v>
                </c:pt>
                <c:pt idx="3">
                  <c:v>0.42895211180279619</c:v>
                </c:pt>
                <c:pt idx="4">
                  <c:v>0.43913867243890936</c:v>
                </c:pt>
                <c:pt idx="5">
                  <c:v>0.47163829274362351</c:v>
                </c:pt>
                <c:pt idx="6">
                  <c:v>0.50541379651455887</c:v>
                </c:pt>
                <c:pt idx="7">
                  <c:v>0.53228049210450812</c:v>
                </c:pt>
                <c:pt idx="8">
                  <c:v>0.56125064768437549</c:v>
                </c:pt>
                <c:pt idx="9">
                  <c:v>0.54198411311623074</c:v>
                </c:pt>
                <c:pt idx="10">
                  <c:v>0.51612082539101412</c:v>
                </c:pt>
                <c:pt idx="11">
                  <c:v>0.59293299016353418</c:v>
                </c:pt>
                <c:pt idx="12">
                  <c:v>0.59380782397402432</c:v>
                </c:pt>
                <c:pt idx="13">
                  <c:v>0.59935103006803248</c:v>
                </c:pt>
                <c:pt idx="14">
                  <c:v>0.59580533980725248</c:v>
                </c:pt>
                <c:pt idx="15">
                  <c:v>0.59365686971335518</c:v>
                </c:pt>
                <c:pt idx="16">
                  <c:v>0.59098393519353909</c:v>
                </c:pt>
                <c:pt idx="17">
                  <c:v>0.59632200191241114</c:v>
                </c:pt>
                <c:pt idx="18">
                  <c:v>0.59979687492332867</c:v>
                </c:pt>
                <c:pt idx="19">
                  <c:v>0.60873813954554223</c:v>
                </c:pt>
                <c:pt idx="20">
                  <c:v>0.61537813239224148</c:v>
                </c:pt>
                <c:pt idx="21">
                  <c:v>0.62574058388123155</c:v>
                </c:pt>
                <c:pt idx="22">
                  <c:v>0.63207743049974741</c:v>
                </c:pt>
                <c:pt idx="23">
                  <c:v>0.64477309029712848</c:v>
                </c:pt>
                <c:pt idx="24">
                  <c:v>0.65158417041155969</c:v>
                </c:pt>
                <c:pt idx="25">
                  <c:v>0.6618450603122954</c:v>
                </c:pt>
                <c:pt idx="26">
                  <c:v>0.67473244207699679</c:v>
                </c:pt>
                <c:pt idx="27">
                  <c:v>0.68495671180112794</c:v>
                </c:pt>
                <c:pt idx="28">
                  <c:v>0.69653307538448006</c:v>
                </c:pt>
                <c:pt idx="29">
                  <c:v>0.70752482012555529</c:v>
                </c:pt>
                <c:pt idx="30">
                  <c:v>0.71950954586664551</c:v>
                </c:pt>
                <c:pt idx="31">
                  <c:v>0.73270465310667654</c:v>
                </c:pt>
                <c:pt idx="32">
                  <c:v>0.74630252799360119</c:v>
                </c:pt>
                <c:pt idx="33">
                  <c:v>0.76045950647269522</c:v>
                </c:pt>
                <c:pt idx="34">
                  <c:v>0.77583583003274348</c:v>
                </c:pt>
                <c:pt idx="35">
                  <c:v>0.79009915511587536</c:v>
                </c:pt>
                <c:pt idx="36">
                  <c:v>0.80366061157845825</c:v>
                </c:pt>
                <c:pt idx="37">
                  <c:v>0.81718334252196412</c:v>
                </c:pt>
                <c:pt idx="38">
                  <c:v>0.83588911202596583</c:v>
                </c:pt>
                <c:pt idx="39">
                  <c:v>0.85243561150451375</c:v>
                </c:pt>
                <c:pt idx="40">
                  <c:v>0.86991963167892339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073440"/>
        <c:axId val="1035067456"/>
      </c:areaChart>
      <c:catAx>
        <c:axId val="1035073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745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035067456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73440"/>
        <c:crossesAt val="11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626788569724188E-2"/>
          <c:y val="2.9041864703667528E-2"/>
          <c:w val="0.85525038940487341"/>
          <c:h val="0.87166622557392082"/>
        </c:manualLayout>
      </c:layout>
      <c:areaChart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Renewables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3.7609663990339733E-4</c:v>
                </c:pt>
                <c:pt idx="1">
                  <c:v>3.7609663990339733E-4</c:v>
                </c:pt>
                <c:pt idx="2">
                  <c:v>4.1788515544821935E-4</c:v>
                </c:pt>
                <c:pt idx="3">
                  <c:v>4.596736709930412E-4</c:v>
                </c:pt>
                <c:pt idx="4">
                  <c:v>6.2682773317232867E-4</c:v>
                </c:pt>
                <c:pt idx="5">
                  <c:v>4.5967367099304131E-4</c:v>
                </c:pt>
                <c:pt idx="6">
                  <c:v>4.5967367099304131E-4</c:v>
                </c:pt>
                <c:pt idx="7">
                  <c:v>5.8503921762750703E-4</c:v>
                </c:pt>
                <c:pt idx="8">
                  <c:v>5.0146218653786311E-4</c:v>
                </c:pt>
                <c:pt idx="9">
                  <c:v>5.2992504409265357E-4</c:v>
                </c:pt>
                <c:pt idx="10">
                  <c:v>5.1633636025766696E-4</c:v>
                </c:pt>
                <c:pt idx="11">
                  <c:v>5.9250320287239518E-4</c:v>
                </c:pt>
                <c:pt idx="12">
                  <c:v>6.2006691581276466E-4</c:v>
                </c:pt>
                <c:pt idx="13">
                  <c:v>6.468810725289867E-4</c:v>
                </c:pt>
                <c:pt idx="14">
                  <c:v>6.7256546508125321E-4</c:v>
                </c:pt>
                <c:pt idx="15">
                  <c:v>6.9959629595712982E-4</c:v>
                </c:pt>
                <c:pt idx="16">
                  <c:v>7.2767164459183839E-4</c:v>
                </c:pt>
                <c:pt idx="17">
                  <c:v>7.5343429464652277E-4</c:v>
                </c:pt>
                <c:pt idx="18">
                  <c:v>7.764146546121039E-4</c:v>
                </c:pt>
                <c:pt idx="19">
                  <c:v>7.9737848661998222E-4</c:v>
                </c:pt>
                <c:pt idx="20">
                  <c:v>8.1446051992040656E-4</c:v>
                </c:pt>
                <c:pt idx="21">
                  <c:v>8.2853521183411777E-4</c:v>
                </c:pt>
                <c:pt idx="22">
                  <c:v>8.4326594501192109E-4</c:v>
                </c:pt>
                <c:pt idx="23">
                  <c:v>8.5669594466344023E-4</c:v>
                </c:pt>
                <c:pt idx="24">
                  <c:v>8.6924181676147224E-4</c:v>
                </c:pt>
                <c:pt idx="25">
                  <c:v>8.8120278996847202E-4</c:v>
                </c:pt>
                <c:pt idx="26">
                  <c:v>8.9230213362775023E-4</c:v>
                </c:pt>
                <c:pt idx="27">
                  <c:v>9.0142269282318362E-4</c:v>
                </c:pt>
                <c:pt idx="28">
                  <c:v>9.0874538045456952E-4</c:v>
                </c:pt>
                <c:pt idx="29">
                  <c:v>9.1522234083106523E-4</c:v>
                </c:pt>
                <c:pt idx="30">
                  <c:v>9.2027644127136952E-4</c:v>
                </c:pt>
                <c:pt idx="31">
                  <c:v>9.2505597787655429E-4</c:v>
                </c:pt>
                <c:pt idx="32">
                  <c:v>9.2888003299120621E-4</c:v>
                </c:pt>
                <c:pt idx="33">
                  <c:v>9.3190299591846952E-4</c:v>
                </c:pt>
                <c:pt idx="34">
                  <c:v>9.343674832806377E-4</c:v>
                </c:pt>
                <c:pt idx="35">
                  <c:v>9.3637752888493862E-4</c:v>
                </c:pt>
                <c:pt idx="36">
                  <c:v>9.3740160089434571E-4</c:v>
                </c:pt>
                <c:pt idx="37">
                  <c:v>9.38024397541335E-4</c:v>
                </c:pt>
                <c:pt idx="38">
                  <c:v>9.3856194075164399E-4</c:v>
                </c:pt>
                <c:pt idx="39">
                  <c:v>9.383907006891367E-4</c:v>
                </c:pt>
                <c:pt idx="40">
                  <c:v>9.3802914700382106E-4</c:v>
                </c:pt>
              </c:numCache>
            </c:numRef>
          </c:val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Liquids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0.23157590548584175</c:v>
                </c:pt>
                <c:pt idx="1">
                  <c:v>0.19609807235929053</c:v>
                </c:pt>
                <c:pt idx="2">
                  <c:v>0.1731570607353603</c:v>
                </c:pt>
                <c:pt idx="3">
                  <c:v>0.15769403758498068</c:v>
                </c:pt>
                <c:pt idx="4">
                  <c:v>0.15141393474448422</c:v>
                </c:pt>
                <c:pt idx="5">
                  <c:v>0.15114016970536284</c:v>
                </c:pt>
                <c:pt idx="6">
                  <c:v>0.15196422411538171</c:v>
                </c:pt>
                <c:pt idx="7">
                  <c:v>0.14820352738391165</c:v>
                </c:pt>
                <c:pt idx="8">
                  <c:v>9.2631145002406198E-2</c:v>
                </c:pt>
                <c:pt idx="9">
                  <c:v>9.7635962083213262E-2</c:v>
                </c:pt>
                <c:pt idx="10">
                  <c:v>9.6736524792278497E-2</c:v>
                </c:pt>
                <c:pt idx="11">
                  <c:v>0.10541641490488687</c:v>
                </c:pt>
                <c:pt idx="12">
                  <c:v>0.10977537220693777</c:v>
                </c:pt>
                <c:pt idx="13">
                  <c:v>0.11293491555840815</c:v>
                </c:pt>
                <c:pt idx="14">
                  <c:v>0.11642354069908112</c:v>
                </c:pt>
                <c:pt idx="15">
                  <c:v>0.11894324033852401</c:v>
                </c:pt>
                <c:pt idx="16">
                  <c:v>0.12292895487935555</c:v>
                </c:pt>
                <c:pt idx="17">
                  <c:v>0.12608698394271312</c:v>
                </c:pt>
                <c:pt idx="18">
                  <c:v>0.12957184704268054</c:v>
                </c:pt>
                <c:pt idx="19">
                  <c:v>0.13213316798420668</c:v>
                </c:pt>
                <c:pt idx="20">
                  <c:v>0.13473849509169028</c:v>
                </c:pt>
                <c:pt idx="21">
                  <c:v>0.13677261242054953</c:v>
                </c:pt>
                <c:pt idx="22">
                  <c:v>0.13906914035760534</c:v>
                </c:pt>
                <c:pt idx="23">
                  <c:v>0.14044058560236661</c:v>
                </c:pt>
                <c:pt idx="24">
                  <c:v>0.14296743432968589</c:v>
                </c:pt>
                <c:pt idx="25">
                  <c:v>0.14487701148738522</c:v>
                </c:pt>
                <c:pt idx="26">
                  <c:v>0.14615004432886419</c:v>
                </c:pt>
                <c:pt idx="27">
                  <c:v>0.14777731035078148</c:v>
                </c:pt>
                <c:pt idx="28">
                  <c:v>0.14883605904900288</c:v>
                </c:pt>
                <c:pt idx="29">
                  <c:v>0.15014467536922504</c:v>
                </c:pt>
                <c:pt idx="30">
                  <c:v>0.15132028654005239</c:v>
                </c:pt>
                <c:pt idx="31">
                  <c:v>0.15200612948736192</c:v>
                </c:pt>
                <c:pt idx="32">
                  <c:v>0.15303861497176199</c:v>
                </c:pt>
                <c:pt idx="33">
                  <c:v>0.15402170385545402</c:v>
                </c:pt>
                <c:pt idx="34">
                  <c:v>0.154603657611595</c:v>
                </c:pt>
                <c:pt idx="35">
                  <c:v>0.15564137333279482</c:v>
                </c:pt>
                <c:pt idx="36">
                  <c:v>0.15592734942756858</c:v>
                </c:pt>
                <c:pt idx="37">
                  <c:v>0.15716827724159366</c:v>
                </c:pt>
                <c:pt idx="38">
                  <c:v>0.1576223545660238</c:v>
                </c:pt>
                <c:pt idx="39">
                  <c:v>0.15818606103209312</c:v>
                </c:pt>
                <c:pt idx="40">
                  <c:v>0.15890450561234715</c:v>
                </c:pt>
              </c:numCache>
            </c:numRef>
          </c:val>
        </c:ser>
        <c:ser>
          <c:idx val="3"/>
          <c:order val="2"/>
          <c:tx>
            <c:strRef>
              <c:f>Sheet1!$D$1</c:f>
              <c:strCache>
                <c:ptCount val="1"/>
                <c:pt idx="0">
                  <c:v>Natural Gas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0.10507688009965346</c:v>
                </c:pt>
                <c:pt idx="1">
                  <c:v>0.13345089705947866</c:v>
                </c:pt>
                <c:pt idx="2">
                  <c:v>0.17102175601908051</c:v>
                </c:pt>
                <c:pt idx="3">
                  <c:v>0.20032619143804531</c:v>
                </c:pt>
                <c:pt idx="4">
                  <c:v>0.21985465909296961</c:v>
                </c:pt>
                <c:pt idx="5">
                  <c:v>0.2089068891436541</c:v>
                </c:pt>
                <c:pt idx="6">
                  <c:v>0.20504443471606154</c:v>
                </c:pt>
                <c:pt idx="7">
                  <c:v>0.23022007284803839</c:v>
                </c:pt>
                <c:pt idx="8">
                  <c:v>0.26279987607729816</c:v>
                </c:pt>
                <c:pt idx="9">
                  <c:v>0.2787847217538762</c:v>
                </c:pt>
                <c:pt idx="10">
                  <c:v>0.28637345703488792</c:v>
                </c:pt>
                <c:pt idx="11">
                  <c:v>0.30264491270345328</c:v>
                </c:pt>
                <c:pt idx="12">
                  <c:v>0.31054576520939819</c:v>
                </c:pt>
                <c:pt idx="13">
                  <c:v>0.31598195359035763</c:v>
                </c:pt>
                <c:pt idx="14">
                  <c:v>0.31880056142802649</c:v>
                </c:pt>
                <c:pt idx="15">
                  <c:v>0.3199753576141936</c:v>
                </c:pt>
                <c:pt idx="16">
                  <c:v>0.32226551270121073</c:v>
                </c:pt>
                <c:pt idx="17">
                  <c:v>0.32375365808303602</c:v>
                </c:pt>
                <c:pt idx="18">
                  <c:v>0.32611071091817118</c:v>
                </c:pt>
                <c:pt idx="19">
                  <c:v>0.32767010386156514</c:v>
                </c:pt>
                <c:pt idx="20">
                  <c:v>0.3296332101915681</c:v>
                </c:pt>
                <c:pt idx="21">
                  <c:v>0.33127893490966531</c:v>
                </c:pt>
                <c:pt idx="22">
                  <c:v>0.33334353272533562</c:v>
                </c:pt>
                <c:pt idx="23">
                  <c:v>0.33382531730544918</c:v>
                </c:pt>
                <c:pt idx="24">
                  <c:v>0.33594461930844632</c:v>
                </c:pt>
                <c:pt idx="25">
                  <c:v>0.33722253477301994</c:v>
                </c:pt>
                <c:pt idx="26">
                  <c:v>0.33773420991762665</c:v>
                </c:pt>
                <c:pt idx="27">
                  <c:v>0.33771671053375674</c:v>
                </c:pt>
                <c:pt idx="28">
                  <c:v>0.33678977464600185</c:v>
                </c:pt>
                <c:pt idx="29">
                  <c:v>0.33640129189558649</c:v>
                </c:pt>
                <c:pt idx="30">
                  <c:v>0.33631037900823196</c:v>
                </c:pt>
                <c:pt idx="31">
                  <c:v>0.33496362035173344</c:v>
                </c:pt>
                <c:pt idx="32">
                  <c:v>0.33423392121070578</c:v>
                </c:pt>
                <c:pt idx="33">
                  <c:v>0.33363769555287148</c:v>
                </c:pt>
                <c:pt idx="34">
                  <c:v>0.33262376957206252</c:v>
                </c:pt>
                <c:pt idx="35">
                  <c:v>0.33252063615941185</c:v>
                </c:pt>
                <c:pt idx="36">
                  <c:v>0.33166095025058512</c:v>
                </c:pt>
                <c:pt idx="37">
                  <c:v>0.33111511480203132</c:v>
                </c:pt>
                <c:pt idx="38">
                  <c:v>0.33023172788844096</c:v>
                </c:pt>
                <c:pt idx="39">
                  <c:v>0.32914644309302532</c:v>
                </c:pt>
                <c:pt idx="40">
                  <c:v>0.32858485078174993</c:v>
                </c:pt>
              </c:numCache>
            </c:numRef>
          </c:val>
        </c:ser>
        <c:ser>
          <c:idx val="4"/>
          <c:order val="3"/>
          <c:tx>
            <c:strRef>
              <c:f>Sheet1!$E$1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chemeClr val="tx1"/>
            </a:solidFill>
            <a:ln w="25400"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0.92702576613693477</c:v>
                </c:pt>
                <c:pt idx="1">
                  <c:v>0.92608091222591116</c:v>
                </c:pt>
                <c:pt idx="2">
                  <c:v>0.89225289683577613</c:v>
                </c:pt>
                <c:pt idx="3">
                  <c:v>0.96504886580840843</c:v>
                </c:pt>
                <c:pt idx="4">
                  <c:v>1.0291950996031816</c:v>
                </c:pt>
                <c:pt idx="5">
                  <c:v>1.0410029258811255</c:v>
                </c:pt>
                <c:pt idx="6">
                  <c:v>1.0094999311692072</c:v>
                </c:pt>
                <c:pt idx="7">
                  <c:v>0.97195922231978038</c:v>
                </c:pt>
                <c:pt idx="8">
                  <c:v>1.0001340465261028</c:v>
                </c:pt>
                <c:pt idx="9">
                  <c:v>1.0521230261106451</c:v>
                </c:pt>
                <c:pt idx="10">
                  <c:v>1.0689253007784436</c:v>
                </c:pt>
                <c:pt idx="11">
                  <c:v>1.142845091180499</c:v>
                </c:pt>
                <c:pt idx="12">
                  <c:v>1.1696518959847542</c:v>
                </c:pt>
                <c:pt idx="13">
                  <c:v>1.187266713764723</c:v>
                </c:pt>
                <c:pt idx="14">
                  <c:v>1.1953459906477113</c:v>
                </c:pt>
                <c:pt idx="15">
                  <c:v>1.2011776507678429</c:v>
                </c:pt>
                <c:pt idx="16">
                  <c:v>1.208792655962134</c:v>
                </c:pt>
                <c:pt idx="17">
                  <c:v>1.2174967132202079</c:v>
                </c:pt>
                <c:pt idx="18">
                  <c:v>1.2278006863089379</c:v>
                </c:pt>
                <c:pt idx="19">
                  <c:v>1.2388470843784651</c:v>
                </c:pt>
                <c:pt idx="20">
                  <c:v>1.2509478535229044</c:v>
                </c:pt>
                <c:pt idx="21">
                  <c:v>1.2634289732939412</c:v>
                </c:pt>
                <c:pt idx="22">
                  <c:v>1.2759230768490344</c:v>
                </c:pt>
                <c:pt idx="23">
                  <c:v>1.2884393523630295</c:v>
                </c:pt>
                <c:pt idx="24">
                  <c:v>1.3005214201024611</c:v>
                </c:pt>
                <c:pt idx="25">
                  <c:v>1.3130232034919471</c:v>
                </c:pt>
                <c:pt idx="26">
                  <c:v>1.3246376323957176</c:v>
                </c:pt>
                <c:pt idx="27">
                  <c:v>1.3331699492738334</c:v>
                </c:pt>
                <c:pt idx="28">
                  <c:v>1.3410591688253413</c:v>
                </c:pt>
                <c:pt idx="29">
                  <c:v>1.3498739499503478</c:v>
                </c:pt>
                <c:pt idx="30">
                  <c:v>1.3578450992555775</c:v>
                </c:pt>
                <c:pt idx="31">
                  <c:v>1.3655036869438766</c:v>
                </c:pt>
                <c:pt idx="32">
                  <c:v>1.3737880177345432</c:v>
                </c:pt>
                <c:pt idx="33">
                  <c:v>1.3825314341063299</c:v>
                </c:pt>
                <c:pt idx="34">
                  <c:v>1.3922179698225166</c:v>
                </c:pt>
                <c:pt idx="35">
                  <c:v>1.4022179930177214</c:v>
                </c:pt>
                <c:pt idx="36">
                  <c:v>1.4113937830726231</c:v>
                </c:pt>
                <c:pt idx="37">
                  <c:v>1.4212120526325536</c:v>
                </c:pt>
                <c:pt idx="38">
                  <c:v>1.4307983832100388</c:v>
                </c:pt>
                <c:pt idx="39">
                  <c:v>1.4407804466595868</c:v>
                </c:pt>
                <c:pt idx="40">
                  <c:v>1.4501985372259305</c:v>
                </c:pt>
              </c:numCache>
            </c:numRef>
          </c:val>
        </c:ser>
        <c:ser>
          <c:idx val="0"/>
          <c:order val="4"/>
          <c:tx>
            <c:strRef>
              <c:f>Sheet1!$F$1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strRef>
              <c:f>Sheet1!$A$2:$A$42</c:f>
              <c:strCach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strCache>
            </c:strRef>
          </c:cat>
          <c:val>
            <c:numRef>
              <c:f>Sheet1!$F$2:$F$42</c:f>
              <c:numCache>
                <c:formatCode>General</c:formatCode>
                <c:ptCount val="41"/>
                <c:pt idx="0">
                  <c:v>1.8407876274081867</c:v>
                </c:pt>
                <c:pt idx="1">
                  <c:v>2.0017129450348463</c:v>
                </c:pt>
                <c:pt idx="2">
                  <c:v>2.0974636596181697</c:v>
                </c:pt>
                <c:pt idx="3">
                  <c:v>2.2207969853647693</c:v>
                </c:pt>
                <c:pt idx="4">
                  <c:v>2.363145021656976</c:v>
                </c:pt>
                <c:pt idx="5">
                  <c:v>2.7587192142537469</c:v>
                </c:pt>
                <c:pt idx="6">
                  <c:v>2.8672212903207059</c:v>
                </c:pt>
                <c:pt idx="7">
                  <c:v>3.0552902985947914</c:v>
                </c:pt>
                <c:pt idx="8">
                  <c:v>3.2601987109809265</c:v>
                </c:pt>
                <c:pt idx="9">
                  <c:v>3.447197898774351</c:v>
                </c:pt>
                <c:pt idx="10">
                  <c:v>3.4859544444977124</c:v>
                </c:pt>
                <c:pt idx="11">
                  <c:v>3.7801888634150496</c:v>
                </c:pt>
                <c:pt idx="12">
                  <c:v>3.8581996369090081</c:v>
                </c:pt>
                <c:pt idx="13">
                  <c:v>3.9120776016747856</c:v>
                </c:pt>
                <c:pt idx="14">
                  <c:v>3.9342696280200071</c:v>
                </c:pt>
                <c:pt idx="15">
                  <c:v>3.9474190085089975</c:v>
                </c:pt>
                <c:pt idx="16">
                  <c:v>3.9612626964778679</c:v>
                </c:pt>
                <c:pt idx="17">
                  <c:v>3.9769582176270206</c:v>
                </c:pt>
                <c:pt idx="18">
                  <c:v>3.9949457815610687</c:v>
                </c:pt>
                <c:pt idx="19">
                  <c:v>4.0141687934021695</c:v>
                </c:pt>
                <c:pt idx="20">
                  <c:v>4.0328620058688864</c:v>
                </c:pt>
                <c:pt idx="21">
                  <c:v>4.0506331347439444</c:v>
                </c:pt>
                <c:pt idx="22">
                  <c:v>4.0624825325884215</c:v>
                </c:pt>
                <c:pt idx="23">
                  <c:v>4.0728259175635024</c:v>
                </c:pt>
                <c:pt idx="24">
                  <c:v>4.0794079956607501</c:v>
                </c:pt>
                <c:pt idx="25">
                  <c:v>4.0873307647944204</c:v>
                </c:pt>
                <c:pt idx="26">
                  <c:v>4.0906832526175991</c:v>
                </c:pt>
                <c:pt idx="27">
                  <c:v>4.0828016746805282</c:v>
                </c:pt>
                <c:pt idx="28">
                  <c:v>4.0718932049377141</c:v>
                </c:pt>
                <c:pt idx="29">
                  <c:v>4.0617981882339622</c:v>
                </c:pt>
                <c:pt idx="30">
                  <c:v>4.0493035027867696</c:v>
                </c:pt>
                <c:pt idx="31">
                  <c:v>4.0330089436239911</c:v>
                </c:pt>
                <c:pt idx="32">
                  <c:v>4.0177088749516319</c:v>
                </c:pt>
                <c:pt idx="33">
                  <c:v>4.0037055485271429</c:v>
                </c:pt>
                <c:pt idx="34">
                  <c:v>3.9917302857196915</c:v>
                </c:pt>
                <c:pt idx="35">
                  <c:v>3.9793213747927489</c:v>
                </c:pt>
                <c:pt idx="36">
                  <c:v>3.965362253538359</c:v>
                </c:pt>
                <c:pt idx="37">
                  <c:v>3.9487533643946384</c:v>
                </c:pt>
                <c:pt idx="38">
                  <c:v>3.9329350528127742</c:v>
                </c:pt>
                <c:pt idx="39">
                  <c:v>3.9152541433175663</c:v>
                </c:pt>
                <c:pt idx="40">
                  <c:v>3.8962180523604055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065280"/>
        <c:axId val="1035066912"/>
      </c:areaChart>
      <c:catAx>
        <c:axId val="1035065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6912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03506691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12700">
            <a:solidFill>
              <a:schemeClr val="bg1">
                <a:lumMod val="65000"/>
              </a:schemeClr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65280"/>
        <c:crossesAt val="11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891442215564307E-2"/>
          <c:y val="3.0789434386874301E-2"/>
          <c:w val="0.76147712855081306"/>
          <c:h val="0.870666816108943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OECD maximum</c:v>
                </c:pt>
              </c:strCache>
            </c:strRef>
          </c:tx>
          <c:spPr>
            <a:ln w="28575" cap="rnd">
              <a:solidFill>
                <a:schemeClr val="tx2">
                  <a:lumMod val="25000"/>
                  <a:lumOff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1.0083757662419506</c:v>
                </c:pt>
                <c:pt idx="2">
                  <c:v>0.99781296558762878</c:v>
                </c:pt>
                <c:pt idx="3">
                  <c:v>0.99086832306430317</c:v>
                </c:pt>
                <c:pt idx="4">
                  <c:v>0.99284845414500844</c:v>
                </c:pt>
                <c:pt idx="5">
                  <c:v>0.99172289061852836</c:v>
                </c:pt>
                <c:pt idx="6">
                  <c:v>0.9915981862962</c:v>
                </c:pt>
                <c:pt idx="7">
                  <c:v>0.99100030063222444</c:v>
                </c:pt>
                <c:pt idx="8">
                  <c:v>0.99031542398259442</c:v>
                </c:pt>
                <c:pt idx="9">
                  <c:v>0.99091558199887275</c:v>
                </c:pt>
                <c:pt idx="10">
                  <c:v>0.99164921781974902</c:v>
                </c:pt>
                <c:pt idx="11">
                  <c:v>0.99428693580564764</c:v>
                </c:pt>
                <c:pt idx="12">
                  <c:v>0.99700857670628984</c:v>
                </c:pt>
                <c:pt idx="13">
                  <c:v>1.0005639986456678</c:v>
                </c:pt>
                <c:pt idx="14">
                  <c:v>1.0035301779799723</c:v>
                </c:pt>
                <c:pt idx="15">
                  <c:v>1.0073946316427718</c:v>
                </c:pt>
                <c:pt idx="16">
                  <c:v>1.0090682596389899</c:v>
                </c:pt>
                <c:pt idx="17">
                  <c:v>1.0098157150118849</c:v>
                </c:pt>
                <c:pt idx="18">
                  <c:v>1.0096400040641351</c:v>
                </c:pt>
                <c:pt idx="19">
                  <c:v>1.0092570205193545</c:v>
                </c:pt>
                <c:pt idx="20">
                  <c:v>1.0073898185561236</c:v>
                </c:pt>
                <c:pt idx="21">
                  <c:v>1.0055864030417043</c:v>
                </c:pt>
                <c:pt idx="22">
                  <c:v>1.0031919034715424</c:v>
                </c:pt>
                <c:pt idx="23">
                  <c:v>1.0007298558217532</c:v>
                </c:pt>
                <c:pt idx="24">
                  <c:v>1.0020402823720336</c:v>
                </c:pt>
                <c:pt idx="25">
                  <c:v>0.99990840453383001</c:v>
                </c:pt>
                <c:pt idx="26">
                  <c:v>0.9962726275372592</c:v>
                </c:pt>
                <c:pt idx="27">
                  <c:v>0.99240611430261516</c:v>
                </c:pt>
                <c:pt idx="28">
                  <c:v>0.98840735299026083</c:v>
                </c:pt>
                <c:pt idx="29">
                  <c:v>0.98470732429414776</c:v>
                </c:pt>
                <c:pt idx="30">
                  <c:v>0.98217090477029123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Non-OECD maximum</c:v>
                </c:pt>
              </c:strCache>
            </c:strRef>
          </c:tx>
          <c:spPr>
            <a:ln w="28575" cap="rnd">
              <a:solidFill>
                <a:schemeClr val="accent5">
                  <a:lumMod val="40000"/>
                  <a:lumOff val="6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1.0186949070190705</c:v>
                </c:pt>
                <c:pt idx="2">
                  <c:v>1.0096609743133069</c:v>
                </c:pt>
                <c:pt idx="3">
                  <c:v>1.0030760008123822</c:v>
                </c:pt>
                <c:pt idx="4">
                  <c:v>0.99624047623066125</c:v>
                </c:pt>
                <c:pt idx="5">
                  <c:v>0.99110549729043684</c:v>
                </c:pt>
                <c:pt idx="6">
                  <c:v>0.98902879047823045</c:v>
                </c:pt>
                <c:pt idx="7">
                  <c:v>0.98616246611874558</c:v>
                </c:pt>
                <c:pt idx="8">
                  <c:v>0.98344299466466045</c:v>
                </c:pt>
                <c:pt idx="9">
                  <c:v>0.98158866382723065</c:v>
                </c:pt>
                <c:pt idx="10">
                  <c:v>0.97985432849973764</c:v>
                </c:pt>
                <c:pt idx="11">
                  <c:v>0.97856623313423319</c:v>
                </c:pt>
                <c:pt idx="12">
                  <c:v>0.97643169919670758</c:v>
                </c:pt>
                <c:pt idx="13">
                  <c:v>0.97420100372421037</c:v>
                </c:pt>
                <c:pt idx="14">
                  <c:v>0.97267370812671494</c:v>
                </c:pt>
                <c:pt idx="15">
                  <c:v>0.97204374154439399</c:v>
                </c:pt>
                <c:pt idx="16">
                  <c:v>0.97157712821407816</c:v>
                </c:pt>
                <c:pt idx="17">
                  <c:v>0.97092710387862757</c:v>
                </c:pt>
                <c:pt idx="18">
                  <c:v>0.97031777138404562</c:v>
                </c:pt>
                <c:pt idx="19">
                  <c:v>0.97006906867483955</c:v>
                </c:pt>
                <c:pt idx="20">
                  <c:v>0.96915947885839715</c:v>
                </c:pt>
                <c:pt idx="21">
                  <c:v>0.96861423262910396</c:v>
                </c:pt>
                <c:pt idx="22">
                  <c:v>0.96828872472433059</c:v>
                </c:pt>
                <c:pt idx="23">
                  <c:v>0.96790401997603759</c:v>
                </c:pt>
                <c:pt idx="24">
                  <c:v>0.96724900994717078</c:v>
                </c:pt>
                <c:pt idx="25">
                  <c:v>0.96819056913643364</c:v>
                </c:pt>
                <c:pt idx="26">
                  <c:v>0.96757571235824458</c:v>
                </c:pt>
                <c:pt idx="27">
                  <c:v>0.96726746095545957</c:v>
                </c:pt>
                <c:pt idx="28">
                  <c:v>0.9667152378276388</c:v>
                </c:pt>
                <c:pt idx="29">
                  <c:v>0.96596689725911078</c:v>
                </c:pt>
                <c:pt idx="30">
                  <c:v>0.96501372703349075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OECD average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1</c:v>
                </c:pt>
                <c:pt idx="1">
                  <c:v>0.97566894599818044</c:v>
                </c:pt>
                <c:pt idx="2">
                  <c:v>0.96090979241326879</c:v>
                </c:pt>
                <c:pt idx="3">
                  <c:v>0.94777121583793922</c:v>
                </c:pt>
                <c:pt idx="4">
                  <c:v>0.93850927571313925</c:v>
                </c:pt>
                <c:pt idx="5">
                  <c:v>0.93216941839796919</c:v>
                </c:pt>
                <c:pt idx="6">
                  <c:v>0.92629994969891882</c:v>
                </c:pt>
                <c:pt idx="7">
                  <c:v>0.91833309143683439</c:v>
                </c:pt>
                <c:pt idx="8">
                  <c:v>0.91211237218143482</c:v>
                </c:pt>
                <c:pt idx="9">
                  <c:v>0.90658646519534702</c:v>
                </c:pt>
                <c:pt idx="10">
                  <c:v>0.9000893701570758</c:v>
                </c:pt>
                <c:pt idx="11">
                  <c:v>0.89429560782262718</c:v>
                </c:pt>
                <c:pt idx="12">
                  <c:v>0.88802645969852223</c:v>
                </c:pt>
                <c:pt idx="13">
                  <c:v>0.88165295540898714</c:v>
                </c:pt>
                <c:pt idx="14">
                  <c:v>0.87664957120297327</c:v>
                </c:pt>
                <c:pt idx="15">
                  <c:v>0.87115688267359082</c:v>
                </c:pt>
                <c:pt idx="16">
                  <c:v>0.86606360857490372</c:v>
                </c:pt>
                <c:pt idx="17">
                  <c:v>0.86145164691172815</c:v>
                </c:pt>
                <c:pt idx="18">
                  <c:v>0.85659012471713181</c:v>
                </c:pt>
                <c:pt idx="19">
                  <c:v>0.85160182545885788</c:v>
                </c:pt>
                <c:pt idx="20">
                  <c:v>0.84588455100147664</c:v>
                </c:pt>
                <c:pt idx="21">
                  <c:v>0.84055371586821326</c:v>
                </c:pt>
                <c:pt idx="22">
                  <c:v>0.8361378640406677</c:v>
                </c:pt>
                <c:pt idx="23">
                  <c:v>0.83161594473526956</c:v>
                </c:pt>
                <c:pt idx="24">
                  <c:v>0.82679188691564287</c:v>
                </c:pt>
                <c:pt idx="25">
                  <c:v>0.82190900809098943</c:v>
                </c:pt>
                <c:pt idx="26">
                  <c:v>0.8172849014954926</c:v>
                </c:pt>
                <c:pt idx="27">
                  <c:v>0.8128903953188541</c:v>
                </c:pt>
                <c:pt idx="28">
                  <c:v>0.80828430777613369</c:v>
                </c:pt>
                <c:pt idx="29">
                  <c:v>0.80389561438066393</c:v>
                </c:pt>
                <c:pt idx="30">
                  <c:v>0.80019285209408819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Non-OECD average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</c:v>
                </c:pt>
                <c:pt idx="1">
                  <c:v>0.97897685630696119</c:v>
                </c:pt>
                <c:pt idx="2">
                  <c:v>0.95730636593222385</c:v>
                </c:pt>
                <c:pt idx="3">
                  <c:v>0.93697116874117137</c:v>
                </c:pt>
                <c:pt idx="4">
                  <c:v>0.91879589007794482</c:v>
                </c:pt>
                <c:pt idx="5">
                  <c:v>0.90150097950728081</c:v>
                </c:pt>
                <c:pt idx="6">
                  <c:v>0.8853984320421342</c:v>
                </c:pt>
                <c:pt idx="7">
                  <c:v>0.87009355658936682</c:v>
                </c:pt>
                <c:pt idx="8">
                  <c:v>0.85553722150893441</c:v>
                </c:pt>
                <c:pt idx="9">
                  <c:v>0.84171246439660075</c:v>
                </c:pt>
                <c:pt idx="10">
                  <c:v>0.82895322179941733</c:v>
                </c:pt>
                <c:pt idx="11">
                  <c:v>0.81705553465972602</c:v>
                </c:pt>
                <c:pt idx="12">
                  <c:v>0.80556760113954384</c:v>
                </c:pt>
                <c:pt idx="13">
                  <c:v>0.79480723352227367</c:v>
                </c:pt>
                <c:pt idx="14">
                  <c:v>0.78488205421477275</c:v>
                </c:pt>
                <c:pt idx="15">
                  <c:v>0.77566387453421526</c:v>
                </c:pt>
                <c:pt idx="16">
                  <c:v>0.76709552887987953</c:v>
                </c:pt>
                <c:pt idx="17">
                  <c:v>0.75886731977647714</c:v>
                </c:pt>
                <c:pt idx="18">
                  <c:v>0.75113604711820925</c:v>
                </c:pt>
                <c:pt idx="19">
                  <c:v>0.74356280654656193</c:v>
                </c:pt>
                <c:pt idx="20">
                  <c:v>0.7363644271191313</c:v>
                </c:pt>
                <c:pt idx="21">
                  <c:v>0.72933303990520471</c:v>
                </c:pt>
                <c:pt idx="22">
                  <c:v>0.72243428297464973</c:v>
                </c:pt>
                <c:pt idx="23">
                  <c:v>0.71571061033625294</c:v>
                </c:pt>
                <c:pt idx="24">
                  <c:v>0.7089135701597763</c:v>
                </c:pt>
                <c:pt idx="25">
                  <c:v>0.70231124788699006</c:v>
                </c:pt>
                <c:pt idx="26">
                  <c:v>0.69601358453144113</c:v>
                </c:pt>
                <c:pt idx="27">
                  <c:v>0.68993763258813279</c:v>
                </c:pt>
                <c:pt idx="28">
                  <c:v>0.68410862729261535</c:v>
                </c:pt>
                <c:pt idx="29">
                  <c:v>0.67873549754596685</c:v>
                </c:pt>
                <c:pt idx="30">
                  <c:v>0.67353602759719922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OECD minimum</c:v>
                </c:pt>
              </c:strCache>
            </c:strRef>
          </c:tx>
          <c:spPr>
            <a:ln w="28575" cap="rnd">
              <a:solidFill>
                <a:schemeClr val="tx2">
                  <a:lumMod val="25000"/>
                  <a:lumOff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</c:v>
                </c:pt>
                <c:pt idx="1">
                  <c:v>0.97135729026375961</c:v>
                </c:pt>
                <c:pt idx="2">
                  <c:v>0.95283404128741678</c:v>
                </c:pt>
                <c:pt idx="3">
                  <c:v>0.94280531381643484</c:v>
                </c:pt>
                <c:pt idx="4">
                  <c:v>0.93137684938978715</c:v>
                </c:pt>
                <c:pt idx="5">
                  <c:v>0.92278649315786965</c:v>
                </c:pt>
                <c:pt idx="6">
                  <c:v>0.91477996245571225</c:v>
                </c:pt>
                <c:pt idx="7">
                  <c:v>0.90626617521617858</c:v>
                </c:pt>
                <c:pt idx="8">
                  <c:v>0.89835190197418791</c:v>
                </c:pt>
                <c:pt idx="9">
                  <c:v>0.89087602220765083</c:v>
                </c:pt>
                <c:pt idx="10">
                  <c:v>0.88378577608871867</c:v>
                </c:pt>
                <c:pt idx="11">
                  <c:v>0.87668053935673917</c:v>
                </c:pt>
                <c:pt idx="12">
                  <c:v>0.86975978992021674</c:v>
                </c:pt>
                <c:pt idx="13">
                  <c:v>0.8628140531677434</c:v>
                </c:pt>
                <c:pt idx="14">
                  <c:v>0.85614332876053956</c:v>
                </c:pt>
                <c:pt idx="15">
                  <c:v>0.84944286396270341</c:v>
                </c:pt>
                <c:pt idx="16">
                  <c:v>0.84289862311854935</c:v>
                </c:pt>
                <c:pt idx="17">
                  <c:v>0.83660982309555065</c:v>
                </c:pt>
                <c:pt idx="18">
                  <c:v>0.83028258294628743</c:v>
                </c:pt>
                <c:pt idx="19">
                  <c:v>0.82400619581740808</c:v>
                </c:pt>
                <c:pt idx="20">
                  <c:v>0.81774261153034555</c:v>
                </c:pt>
                <c:pt idx="21">
                  <c:v>0.81165871510933985</c:v>
                </c:pt>
                <c:pt idx="22">
                  <c:v>0.80569440910875278</c:v>
                </c:pt>
                <c:pt idx="23">
                  <c:v>0.80000275026840839</c:v>
                </c:pt>
                <c:pt idx="24">
                  <c:v>0.79437493123687131</c:v>
                </c:pt>
                <c:pt idx="25">
                  <c:v>0.78896377792022876</c:v>
                </c:pt>
                <c:pt idx="26">
                  <c:v>0.78371336882984655</c:v>
                </c:pt>
                <c:pt idx="27">
                  <c:v>0.77884221583972502</c:v>
                </c:pt>
                <c:pt idx="28">
                  <c:v>0.77399725291813315</c:v>
                </c:pt>
                <c:pt idx="29">
                  <c:v>0.76931155991027</c:v>
                </c:pt>
                <c:pt idx="30">
                  <c:v>0.76476691940182329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Non-OECD minimum</c:v>
                </c:pt>
              </c:strCache>
            </c:strRef>
          </c:tx>
          <c:spPr>
            <a:ln w="28575" cap="rnd">
              <a:solidFill>
                <a:schemeClr val="accent5">
                  <a:lumMod val="40000"/>
                  <a:lumOff val="6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  <c:pt idx="11">
                  <c:v>2031</c:v>
                </c:pt>
                <c:pt idx="12">
                  <c:v>2032</c:v>
                </c:pt>
                <c:pt idx="13">
                  <c:v>2033</c:v>
                </c:pt>
                <c:pt idx="14">
                  <c:v>2034</c:v>
                </c:pt>
                <c:pt idx="15">
                  <c:v>2035</c:v>
                </c:pt>
                <c:pt idx="16">
                  <c:v>2036</c:v>
                </c:pt>
                <c:pt idx="17">
                  <c:v>2037</c:v>
                </c:pt>
                <c:pt idx="18">
                  <c:v>2038</c:v>
                </c:pt>
                <c:pt idx="19">
                  <c:v>2039</c:v>
                </c:pt>
                <c:pt idx="20">
                  <c:v>2040</c:v>
                </c:pt>
                <c:pt idx="21">
                  <c:v>2041</c:v>
                </c:pt>
                <c:pt idx="22">
                  <c:v>2042</c:v>
                </c:pt>
                <c:pt idx="23">
                  <c:v>2043</c:v>
                </c:pt>
                <c:pt idx="24">
                  <c:v>2044</c:v>
                </c:pt>
                <c:pt idx="25">
                  <c:v>2045</c:v>
                </c:pt>
                <c:pt idx="26">
                  <c:v>2046</c:v>
                </c:pt>
                <c:pt idx="27">
                  <c:v>2047</c:v>
                </c:pt>
                <c:pt idx="28">
                  <c:v>2048</c:v>
                </c:pt>
                <c:pt idx="29">
                  <c:v>2049</c:v>
                </c:pt>
                <c:pt idx="30">
                  <c:v>2050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1</c:v>
                </c:pt>
                <c:pt idx="1">
                  <c:v>0.95917314509044915</c:v>
                </c:pt>
                <c:pt idx="2">
                  <c:v>0.92624045665890065</c:v>
                </c:pt>
                <c:pt idx="3">
                  <c:v>0.8974946071172959</c:v>
                </c:pt>
                <c:pt idx="4">
                  <c:v>0.87204565358956232</c:v>
                </c:pt>
                <c:pt idx="5">
                  <c:v>0.84792412959240182</c:v>
                </c:pt>
                <c:pt idx="6">
                  <c:v>0.82551165111630254</c:v>
                </c:pt>
                <c:pt idx="7">
                  <c:v>0.80429835388144766</c:v>
                </c:pt>
                <c:pt idx="8">
                  <c:v>0.78478935861148347</c:v>
                </c:pt>
                <c:pt idx="9">
                  <c:v>0.76651539793263646</c:v>
                </c:pt>
                <c:pt idx="10">
                  <c:v>0.74964661411797406</c:v>
                </c:pt>
                <c:pt idx="11">
                  <c:v>0.73338333427484736</c:v>
                </c:pt>
                <c:pt idx="12">
                  <c:v>0.71808689727543906</c:v>
                </c:pt>
                <c:pt idx="13">
                  <c:v>0.70394502743901521</c:v>
                </c:pt>
                <c:pt idx="14">
                  <c:v>0.69091986743706246</c:v>
                </c:pt>
                <c:pt idx="15">
                  <c:v>0.67850935667297851</c:v>
                </c:pt>
                <c:pt idx="16">
                  <c:v>0.66678251130666444</c:v>
                </c:pt>
                <c:pt idx="17">
                  <c:v>0.65604544676128407</c:v>
                </c:pt>
                <c:pt idx="18">
                  <c:v>0.6464290760516489</c:v>
                </c:pt>
                <c:pt idx="19">
                  <c:v>0.6371485065675464</c:v>
                </c:pt>
                <c:pt idx="20">
                  <c:v>0.62871634554057432</c:v>
                </c:pt>
                <c:pt idx="21">
                  <c:v>0.62013037231080803</c:v>
                </c:pt>
                <c:pt idx="22">
                  <c:v>0.61236656862368899</c:v>
                </c:pt>
                <c:pt idx="23">
                  <c:v>0.60510699648094179</c:v>
                </c:pt>
                <c:pt idx="24">
                  <c:v>0.59792374687991512</c:v>
                </c:pt>
                <c:pt idx="25">
                  <c:v>0.59086752393702424</c:v>
                </c:pt>
                <c:pt idx="26">
                  <c:v>0.58423512380889464</c:v>
                </c:pt>
                <c:pt idx="27">
                  <c:v>0.57792523383461292</c:v>
                </c:pt>
                <c:pt idx="28">
                  <c:v>0.57205460824720511</c:v>
                </c:pt>
                <c:pt idx="29">
                  <c:v>0.56707358926812679</c:v>
                </c:pt>
                <c:pt idx="30">
                  <c:v>0.56224101151822914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34784432"/>
        <c:axId val="934787696"/>
      </c:lineChart>
      <c:catAx>
        <c:axId val="9347844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93478769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934787696"/>
        <c:scaling>
          <c:orientation val="minMax"/>
          <c:max val="1.2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934784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92209632646135"/>
          <c:y val="0.12168633117346893"/>
          <c:w val="0.81658292450262293"/>
          <c:h val="0.74737864494623785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Non-Manufacturing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14.566177698897967</c:v>
                </c:pt>
                <c:pt idx="1">
                  <c:v>16.161533763440051</c:v>
                </c:pt>
                <c:pt idx="2">
                  <c:v>18.494290455605558</c:v>
                </c:pt>
                <c:pt idx="3">
                  <c:v>20.324676260772922</c:v>
                </c:pt>
                <c:pt idx="4">
                  <c:v>21.881104464121623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Non-Energy Intensive manufacturing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49.792482616078345</c:v>
                </c:pt>
                <c:pt idx="1">
                  <c:v>55.249977701813343</c:v>
                </c:pt>
                <c:pt idx="2">
                  <c:v>76.186704964071595</c:v>
                </c:pt>
                <c:pt idx="3">
                  <c:v>92.82728991781714</c:v>
                </c:pt>
                <c:pt idx="4">
                  <c:v>106.1386488699803</c:v>
                </c:pt>
              </c:numCache>
            </c:numRef>
          </c:val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Energy-Intensive manufacturing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77.490310205713811</c:v>
                </c:pt>
                <c:pt idx="1">
                  <c:v>93.666412159662286</c:v>
                </c:pt>
                <c:pt idx="2">
                  <c:v>109.79981640790302</c:v>
                </c:pt>
                <c:pt idx="3">
                  <c:v>122.25035268423969</c:v>
                </c:pt>
                <c:pt idx="4">
                  <c:v>133.900917260895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934788240"/>
        <c:axId val="934784976"/>
      </c:barChart>
      <c:catAx>
        <c:axId val="934788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12700">
            <a:solidFill>
              <a:schemeClr val="tx1"/>
            </a:solidFill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934784976"/>
        <c:crosses val="autoZero"/>
        <c:auto val="1"/>
        <c:lblAlgn val="ctr"/>
        <c:lblOffset val="100"/>
        <c:noMultiLvlLbl val="0"/>
      </c:catAx>
      <c:valAx>
        <c:axId val="934784976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General" sourceLinked="0"/>
        <c:majorTickMark val="none"/>
        <c:minorTickMark val="none"/>
        <c:tickLblPos val="low"/>
        <c:spPr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934788240"/>
        <c:crossesAt val="3"/>
        <c:crossBetween val="between"/>
      </c:valAx>
    </c:plotArea>
    <c:plotVisOnly val="1"/>
    <c:dispBlanksAs val="gap"/>
    <c:showDLblsOverMax val="0"/>
  </c:chart>
  <c:spPr>
    <a:solidFill>
      <a:schemeClr val="bg1"/>
    </a:solidFill>
    <a:ln>
      <a:noFill/>
    </a:ln>
  </c:spPr>
  <c:txPr>
    <a:bodyPr/>
    <a:lstStyle/>
    <a:p>
      <a:pPr>
        <a:defRPr sz="9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83175167288186"/>
          <c:y val="0.12622882521715206"/>
          <c:w val="0.87716824832711815"/>
          <c:h val="0.75469339307471606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Non-Manufacturing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7.7496938578677019</c:v>
                </c:pt>
                <c:pt idx="1">
                  <c:v>13.504198296899011</c:v>
                </c:pt>
                <c:pt idx="2">
                  <c:v>15.379607407716836</c:v>
                </c:pt>
                <c:pt idx="3">
                  <c:v>16.928939698049046</c:v>
                </c:pt>
                <c:pt idx="4">
                  <c:v>18.371574945264626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Non-Energy Intensive manufacturing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13.971331512437889</c:v>
                </c:pt>
                <c:pt idx="1">
                  <c:v>15.30549866616084</c:v>
                </c:pt>
                <c:pt idx="2">
                  <c:v>17.574236244015072</c:v>
                </c:pt>
                <c:pt idx="3">
                  <c:v>19.010468490214389</c:v>
                </c:pt>
                <c:pt idx="4">
                  <c:v>20.970180473919566</c:v>
                </c:pt>
              </c:numCache>
            </c:numRef>
          </c:val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Energy-Intensive manufacturing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2020</c:v>
                </c:pt>
                <c:pt idx="2">
                  <c:v>2030</c:v>
                </c:pt>
                <c:pt idx="3">
                  <c:v>2040</c:v>
                </c:pt>
                <c:pt idx="4">
                  <c:v>2050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34.911419477247499</c:v>
                </c:pt>
                <c:pt idx="1">
                  <c:v>44.123919773757493</c:v>
                </c:pt>
                <c:pt idx="2">
                  <c:v>49.963794388174712</c:v>
                </c:pt>
                <c:pt idx="3">
                  <c:v>53.074540946425657</c:v>
                </c:pt>
                <c:pt idx="4">
                  <c:v>56.910304879588502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934783344"/>
        <c:axId val="934792592"/>
      </c:barChart>
      <c:catAx>
        <c:axId val="9347833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12700">
            <a:solidFill>
              <a:schemeClr val="tx1"/>
            </a:solidFill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934792592"/>
        <c:crosses val="autoZero"/>
        <c:auto val="1"/>
        <c:lblAlgn val="ctr"/>
        <c:lblOffset val="100"/>
        <c:noMultiLvlLbl val="0"/>
      </c:catAx>
      <c:valAx>
        <c:axId val="934792592"/>
        <c:scaling>
          <c:orientation val="minMax"/>
          <c:max val="300"/>
          <c:min val="0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General" sourceLinked="0"/>
        <c:majorTickMark val="none"/>
        <c:minorTickMark val="none"/>
        <c:tickLblPos val="low"/>
        <c:spPr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dash"/>
          </a:ln>
        </c:spPr>
        <c:txPr>
          <a:bodyPr/>
          <a:lstStyle/>
          <a:p>
            <a:pPr>
              <a:defRPr sz="1200" baseline="0"/>
            </a:pPr>
            <a:endParaRPr lang="en-US"/>
          </a:p>
        </c:txPr>
        <c:crossAx val="934783344"/>
        <c:crossesAt val="3"/>
        <c:crossBetween val="between"/>
      </c:valAx>
    </c:plotArea>
    <c:plotVisOnly val="1"/>
    <c:dispBlanksAs val="gap"/>
    <c:showDLblsOverMax val="0"/>
  </c:chart>
  <c:spPr>
    <a:solidFill>
      <a:schemeClr val="bg1"/>
    </a:solidFill>
    <a:ln>
      <a:noFill/>
    </a:ln>
  </c:spPr>
  <c:txPr>
    <a:bodyPr/>
    <a:lstStyle/>
    <a:p>
      <a:pPr>
        <a:defRPr sz="9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0.33333</cdr:x>
      <cdr:y>0.33333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0" y="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0.71215</cdr:x>
      <cdr:y>0.33314</cdr:y>
    </cdr:from>
    <cdr:to>
      <cdr:x>0.94469</cdr:x>
      <cdr:y>0.62607</cdr:y>
    </cdr:to>
    <cdr:sp macro="" textlink="">
      <cdr:nvSpPr>
        <cdr:cNvPr id="3" name="TextBox 2"/>
        <cdr:cNvSpPr txBox="1"/>
      </cdr:nvSpPr>
      <cdr:spPr bwMode="auto">
        <a:xfrm xmlns:a="http://schemas.openxmlformats.org/drawingml/2006/main">
          <a:off x="2800343" y="1031812"/>
          <a:ext cx="914403" cy="90726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none" lIns="91440" tIns="45720" rIns="91440" rtlCol="0">
          <a:prstTxWarp prst="textNoShape">
            <a:avLst/>
          </a:prstTxWarp>
        </a:bodyPr>
        <a:lstStyle xmlns:a="http://schemas.openxmlformats.org/drawingml/2006/main"/>
        <a:p xmlns:a="http://schemas.openxmlformats.org/drawingml/2006/main">
          <a:pPr eaLnBrk="1" fontAlgn="auto" latinLnBrk="0" hangingPunct="1">
            <a:lnSpc>
              <a:spcPts val="1680"/>
            </a:lnSpc>
          </a:pPr>
          <a:r>
            <a:rPr lang="en-US" sz="1200" b="1" dirty="0" smtClean="0">
              <a:solidFill>
                <a:schemeClr val="accent5"/>
              </a:solidFill>
            </a:rPr>
            <a:t>n</a:t>
          </a:r>
          <a:r>
            <a:rPr lang="en-US" sz="1200" b="1" baseline="0" dirty="0" smtClean="0">
              <a:solidFill>
                <a:schemeClr val="accent5"/>
              </a:solidFill>
              <a:effectLst/>
            </a:rPr>
            <a:t>on-OECD</a:t>
          </a:r>
          <a:endParaRPr lang="en-US" sz="1200" dirty="0">
            <a:solidFill>
              <a:schemeClr val="accent5"/>
            </a:solidFill>
          </a:endParaRPr>
        </a:p>
        <a:p xmlns:a="http://schemas.openxmlformats.org/drawingml/2006/main">
          <a:pPr eaLnBrk="1" fontAlgn="auto" latinLnBrk="0" hangingPunct="1">
            <a:lnSpc>
              <a:spcPts val="1680"/>
            </a:lnSpc>
          </a:pPr>
          <a:endParaRPr lang="en-US" sz="300" b="1" baseline="0" dirty="0">
            <a:solidFill>
              <a:schemeClr val="accent5"/>
            </a:solidFill>
            <a:effectLst/>
          </a:endParaRPr>
        </a:p>
        <a:p xmlns:a="http://schemas.openxmlformats.org/drawingml/2006/main">
          <a:pPr eaLnBrk="1" fontAlgn="auto" latinLnBrk="0" hangingPunct="1">
            <a:lnSpc>
              <a:spcPts val="1680"/>
            </a:lnSpc>
          </a:pPr>
          <a:r>
            <a:rPr lang="en-US" sz="1200" b="1" baseline="0" dirty="0" smtClean="0">
              <a:solidFill>
                <a:schemeClr val="tx2"/>
              </a:solidFill>
              <a:effectLst/>
            </a:rPr>
            <a:t>OEC</a:t>
          </a:r>
          <a:r>
            <a:rPr lang="en-US" sz="1200" b="1" baseline="0" dirty="0" smtClean="0">
              <a:effectLst/>
            </a:rPr>
            <a:t>D</a:t>
          </a:r>
          <a:endParaRPr lang="en-US" sz="1200" dirty="0" smtClean="0">
            <a:effectLst/>
          </a:endParaRPr>
        </a:p>
        <a:p xmlns:a="http://schemas.openxmlformats.org/drawingml/2006/main">
          <a:pPr eaLnBrk="0" hangingPunct="0"/>
          <a:endParaRPr lang="en-US" sz="1400" i="1" dirty="0" smtClean="0">
            <a:solidFill>
              <a:srgbClr val="333333"/>
            </a:solidFill>
            <a:latin typeface="Times New Roman" charset="0"/>
            <a:ea typeface="Times New Roman" charset="0"/>
            <a:cs typeface="Times New Roman" charset="0"/>
          </a:endParaRPr>
        </a:p>
      </cdr:txBody>
    </cdr:sp>
  </cdr:relSizeAnchor>
  <cdr:relSizeAnchor xmlns:cdr="http://schemas.openxmlformats.org/drawingml/2006/chartDrawing">
    <cdr:from>
      <cdr:x>0.21112</cdr:x>
      <cdr:y>0.09814</cdr:y>
    </cdr:from>
    <cdr:to>
      <cdr:x>0.85978</cdr:x>
      <cdr:y>0.33122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830179" y="303964"/>
          <a:ext cx="2550695" cy="7218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2000" b="1" dirty="0">
            <a:solidFill>
              <a:srgbClr val="FF0000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0.33333</cdr:x>
      <cdr:y>0.33333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0" y="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0.83458</cdr:x>
      <cdr:y>0.07145</cdr:y>
    </cdr:from>
    <cdr:to>
      <cdr:x>1</cdr:x>
      <cdr:y>0.94821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802120" y="219935"/>
          <a:ext cx="1348262" cy="26988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200" b="1" dirty="0" smtClean="0">
              <a:solidFill>
                <a:schemeClr val="bg1">
                  <a:lumMod val="65000"/>
                </a:schemeClr>
              </a:solidFill>
            </a:rPr>
            <a:t>rest of world</a:t>
          </a:r>
        </a:p>
        <a:p xmlns:a="http://schemas.openxmlformats.org/drawingml/2006/main">
          <a:endParaRPr lang="en-US" sz="1200" b="1" dirty="0">
            <a:solidFill>
              <a:schemeClr val="bg1">
                <a:lumMod val="65000"/>
              </a:schemeClr>
            </a:solidFill>
          </a:endParaRPr>
        </a:p>
        <a:p xmlns:a="http://schemas.openxmlformats.org/drawingml/2006/main">
          <a:endParaRPr lang="en-US" sz="1200" b="1" dirty="0" smtClean="0">
            <a:solidFill>
              <a:schemeClr val="accent5">
                <a:lumMod val="50000"/>
              </a:schemeClr>
            </a:solidFill>
          </a:endParaRPr>
        </a:p>
        <a:p xmlns:a="http://schemas.openxmlformats.org/drawingml/2006/main">
          <a:endParaRPr lang="en-US" sz="1200" b="1" dirty="0">
            <a:solidFill>
              <a:schemeClr val="accent5">
                <a:lumMod val="50000"/>
              </a:schemeClr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OECD Europe</a:t>
          </a:r>
        </a:p>
        <a:p xmlns:a="http://schemas.openxmlformats.org/drawingml/2006/main">
          <a:endParaRPr lang="en-US" sz="1200" b="1" dirty="0" smtClean="0">
            <a:solidFill>
              <a:schemeClr val="accent1">
                <a:lumMod val="60000"/>
                <a:lumOff val="40000"/>
              </a:schemeClr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60000"/>
                  <a:lumOff val="40000"/>
                </a:schemeClr>
              </a:solidFill>
            </a:rPr>
            <a:t>India</a:t>
          </a:r>
        </a:p>
        <a:p xmlns:a="http://schemas.openxmlformats.org/drawingml/2006/main">
          <a:endParaRPr lang="en-US" sz="1200" b="1" dirty="0" smtClean="0">
            <a:solidFill>
              <a:schemeClr val="accent5">
                <a:lumMod val="60000"/>
                <a:lumOff val="40000"/>
              </a:schemeClr>
            </a:solidFill>
          </a:endParaRPr>
        </a:p>
        <a:p xmlns:a="http://schemas.openxmlformats.org/drawingml/2006/main">
          <a:endParaRPr lang="en-US" sz="1200" b="1" dirty="0">
            <a:solidFill>
              <a:schemeClr val="accent5">
                <a:lumMod val="60000"/>
                <a:lumOff val="40000"/>
              </a:schemeClr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75000"/>
                </a:schemeClr>
              </a:solidFill>
            </a:rPr>
            <a:t>China</a:t>
          </a:r>
        </a:p>
        <a:p xmlns:a="http://schemas.openxmlformats.org/drawingml/2006/main">
          <a:endParaRPr lang="en-US" sz="1800" b="1" dirty="0"/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Other non-OECD </a:t>
          </a: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Asia</a:t>
          </a:r>
        </a:p>
        <a:p xmlns:a="http://schemas.openxmlformats.org/drawingml/2006/main">
          <a:endParaRPr lang="en-US" sz="1400" dirty="0" smtClean="0">
            <a:solidFill>
              <a:schemeClr val="accent5"/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0.33333</cdr:x>
      <cdr:y>0.33333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0" y="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0.29009</cdr:x>
      <cdr:y>0.1005</cdr:y>
    </cdr:from>
    <cdr:to>
      <cdr:x>0.65373</cdr:x>
      <cdr:y>0.17311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715260" y="268246"/>
          <a:ext cx="896609" cy="19379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900" b="1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0.00158</cdr:y>
    </cdr:from>
    <cdr:to>
      <cdr:x>0.85241</cdr:x>
      <cdr:y>0.08356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0" y="4894"/>
          <a:ext cx="3429011" cy="2539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>
          <a:spAutoFit/>
        </a:bodyPr>
        <a:lstStyle xmlns:a="http://schemas.openxmlformats.org/drawingml/2006/main">
          <a:defPPr>
            <a:defRPr lang="en-US"/>
          </a:defPPr>
          <a:lvl1pPr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1pPr>
          <a:lvl2pPr marL="4572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2pPr>
          <a:lvl3pPr marL="9144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3pPr>
          <a:lvl4pPr marL="13716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4pPr>
          <a:lvl5pPr marL="18288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9pPr>
        </a:lstStyle>
        <a:p xmlns:a="http://schemas.openxmlformats.org/drawingml/2006/main">
          <a:endParaRPr lang="en-US" sz="1050" dirty="0"/>
        </a:p>
      </cdr:txBody>
    </cdr:sp>
  </cdr:relSizeAnchor>
  <cdr:relSizeAnchor xmlns:cdr="http://schemas.openxmlformats.org/drawingml/2006/chartDrawing">
    <cdr:from>
      <cdr:x>0.10868</cdr:x>
      <cdr:y>0.02969</cdr:y>
    </cdr:from>
    <cdr:to>
      <cdr:x>0.51934</cdr:x>
      <cdr:y>0.15007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437199" y="91945"/>
          <a:ext cx="1651972" cy="37284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h</a:t>
          </a:r>
          <a:r>
            <a:rPr lang="en-US" sz="1200" dirty="0" smtClean="0">
              <a:latin typeface="Arial" panose="020B0604020202020204" pitchFamily="34" charset="0"/>
              <a:cs typeface="Arial" panose="020B0604020202020204" pitchFamily="34" charset="0"/>
            </a:rPr>
            <a:t>istory   projections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0.3046</cdr:x>
      <cdr:y>0</cdr:y>
    </cdr:from>
    <cdr:to>
      <cdr:x>0.70464</cdr:x>
      <cdr:y>0.0862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033861" y="0"/>
          <a:ext cx="1357796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sz="1200" b="1" dirty="0"/>
        </a:p>
      </cdr:txBody>
    </cdr:sp>
  </cdr:relSizeAnchor>
  <cdr:relSizeAnchor xmlns:cdr="http://schemas.openxmlformats.org/drawingml/2006/chartDrawing">
    <cdr:from>
      <cdr:x>0.29803</cdr:x>
      <cdr:y>0.06527</cdr:y>
    </cdr:from>
    <cdr:to>
      <cdr:x>0.74365</cdr:x>
      <cdr:y>0.12274</cdr:y>
    </cdr:to>
    <cdr:sp macro="" textlink="">
      <cdr:nvSpPr>
        <cdr:cNvPr id="3" name="Rectangle 2"/>
        <cdr:cNvSpPr/>
      </cdr:nvSpPr>
      <cdr:spPr>
        <a:xfrm xmlns:a="http://schemas.openxmlformats.org/drawingml/2006/main">
          <a:off x="1011554" y="209749"/>
          <a:ext cx="1512518" cy="18466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tIns="0" bIns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dirty="0"/>
            <a:t>history   projections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0.40049</cdr:x>
      <cdr:y>0</cdr:y>
    </cdr:from>
    <cdr:to>
      <cdr:x>0.60502</cdr:x>
      <cdr:y>0.08271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318921" y="0"/>
          <a:ext cx="673586" cy="25910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endParaRPr lang="en-US" sz="1200" b="1" dirty="0" smtClean="0"/>
        </a:p>
      </cdr:txBody>
    </cdr:sp>
  </cdr:relSizeAnchor>
  <cdr:relSizeAnchor xmlns:cdr="http://schemas.openxmlformats.org/drawingml/2006/chartDrawing">
    <cdr:from>
      <cdr:x>0.46709</cdr:x>
      <cdr:y>0.14692</cdr:y>
    </cdr:from>
    <cdr:to>
      <cdr:x>0.74475</cdr:x>
      <cdr:y>0.43882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538257" y="46023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0.3059</cdr:x>
      <cdr:y>0.05849</cdr:y>
    </cdr:from>
    <cdr:to>
      <cdr:x>0.76354</cdr:x>
      <cdr:y>0.11744</cdr:y>
    </cdr:to>
    <cdr:sp macro="" textlink="">
      <cdr:nvSpPr>
        <cdr:cNvPr id="4" name="Rectangle 3"/>
        <cdr:cNvSpPr/>
      </cdr:nvSpPr>
      <cdr:spPr>
        <a:xfrm xmlns:a="http://schemas.openxmlformats.org/drawingml/2006/main">
          <a:off x="1007405" y="183224"/>
          <a:ext cx="1507144" cy="18466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tIns="0" bIns="0">
          <a:spAutoFit/>
        </a:bodyPr>
        <a:lstStyle xmlns:a="http://schemas.openxmlformats.org/drawingml/2006/main">
          <a:defPPr>
            <a:defRPr lang="en-US"/>
          </a:defPPr>
          <a:lvl1pPr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1pPr>
          <a:lvl2pPr marL="4572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2pPr>
          <a:lvl3pPr marL="9144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3pPr>
          <a:lvl4pPr marL="13716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4pPr>
          <a:lvl5pPr marL="18288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9pPr>
        </a:lstStyle>
        <a:p xmlns:a="http://schemas.openxmlformats.org/drawingml/2006/main">
          <a:pPr algn="ctr"/>
          <a:r>
            <a:rPr lang="en-US" sz="1200" dirty="0"/>
            <a:t>history   projections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0.00314</cdr:y>
    </cdr:from>
    <cdr:to>
      <cdr:x>0.72051</cdr:x>
      <cdr:y>0.18187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-685800" y="10974"/>
          <a:ext cx="2833217" cy="62506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400" dirty="0"/>
        </a:p>
      </cdr:txBody>
    </cdr:sp>
  </cdr:relSizeAnchor>
  <cdr:relSizeAnchor xmlns:cdr="http://schemas.openxmlformats.org/drawingml/2006/chartDrawing">
    <cdr:from>
      <cdr:x>0.77392</cdr:x>
      <cdr:y>0.14319</cdr:y>
    </cdr:from>
    <cdr:to>
      <cdr:x>0.99992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043238" y="443490"/>
          <a:ext cx="888685" cy="265372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200" b="1" dirty="0" smtClean="0">
              <a:solidFill>
                <a:schemeClr val="bg1">
                  <a:lumMod val="65000"/>
                </a:schemeClr>
              </a:solidFill>
            </a:rPr>
            <a:t>rest of</a:t>
          </a:r>
        </a:p>
        <a:p xmlns:a="http://schemas.openxmlformats.org/drawingml/2006/main">
          <a:r>
            <a:rPr lang="en-US" sz="1200" b="1" dirty="0">
              <a:solidFill>
                <a:schemeClr val="bg1">
                  <a:lumMod val="65000"/>
                </a:schemeClr>
              </a:solidFill>
            </a:rPr>
            <a:t>w</a:t>
          </a:r>
          <a:r>
            <a:rPr lang="en-US" sz="1200" b="1" dirty="0" smtClean="0">
              <a:solidFill>
                <a:schemeClr val="bg1">
                  <a:lumMod val="65000"/>
                </a:schemeClr>
              </a:solidFill>
            </a:rPr>
            <a:t>orld</a:t>
          </a:r>
        </a:p>
        <a:p xmlns:a="http://schemas.openxmlformats.org/drawingml/2006/main">
          <a:endParaRPr lang="en-US" sz="1200" b="1" dirty="0">
            <a:solidFill>
              <a:schemeClr val="tx2"/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60000"/>
                  <a:lumOff val="40000"/>
                </a:schemeClr>
              </a:solidFill>
            </a:rPr>
            <a:t>India</a:t>
          </a:r>
        </a:p>
        <a:p xmlns:a="http://schemas.openxmlformats.org/drawingml/2006/main">
          <a:endParaRPr lang="en-US" sz="1200" b="1" dirty="0">
            <a:solidFill>
              <a:schemeClr val="tx2"/>
            </a:solidFill>
          </a:endParaRPr>
        </a:p>
        <a:p xmlns:a="http://schemas.openxmlformats.org/drawingml/2006/main">
          <a:endParaRPr lang="en-US" sz="1200" b="1" dirty="0" smtClean="0">
            <a:solidFill>
              <a:schemeClr val="accent5"/>
            </a:solidFill>
          </a:endParaRPr>
        </a:p>
        <a:p xmlns:a="http://schemas.openxmlformats.org/drawingml/2006/main">
          <a:endParaRPr lang="en-US" sz="1200" b="1" dirty="0" smtClean="0">
            <a:solidFill>
              <a:schemeClr val="accent5"/>
            </a:solidFill>
          </a:endParaRPr>
        </a:p>
        <a:p xmlns:a="http://schemas.openxmlformats.org/drawingml/2006/main">
          <a:endParaRPr lang="en-US" sz="400" b="1" dirty="0" smtClean="0">
            <a:solidFill>
              <a:schemeClr val="accent5"/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75000"/>
                </a:schemeClr>
              </a:solidFill>
            </a:rPr>
            <a:t>China</a:t>
          </a:r>
          <a:endParaRPr lang="en-US" sz="1200" b="1" dirty="0">
            <a:solidFill>
              <a:schemeClr val="accent5">
                <a:lumMod val="75000"/>
              </a:schemeClr>
            </a:solidFill>
          </a:endParaRPr>
        </a:p>
        <a:p xmlns:a="http://schemas.openxmlformats.org/drawingml/2006/main">
          <a:endParaRPr lang="en-US" sz="1600" b="1" dirty="0" smtClean="0">
            <a:solidFill>
              <a:schemeClr val="accent3"/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Other</a:t>
          </a:r>
          <a:r>
            <a:rPr lang="en-US" sz="1200" b="1" dirty="0" smtClean="0">
              <a:solidFill>
                <a:schemeClr val="accent5"/>
              </a:solidFill>
            </a:rPr>
            <a:t> </a:t>
          </a: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non-OECD</a:t>
          </a: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Asia </a:t>
          </a:r>
          <a:endParaRPr lang="en-US" sz="1200" b="1" dirty="0">
            <a:solidFill>
              <a:schemeClr val="accent5">
                <a:lumMod val="40000"/>
                <a:lumOff val="60000"/>
              </a:schemeClr>
            </a:solidFill>
          </a:endParaRP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0.79295</cdr:x>
      <cdr:y>0.13736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0" y="0"/>
          <a:ext cx="3255278" cy="5634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050" dirty="0"/>
        </a:p>
      </cdr:txBody>
    </cdr:sp>
  </cdr:relSizeAnchor>
  <cdr:relSizeAnchor xmlns:cdr="http://schemas.openxmlformats.org/drawingml/2006/chartDrawing">
    <cdr:from>
      <cdr:x>0.77726</cdr:x>
      <cdr:y>0.24893</cdr:y>
    </cdr:from>
    <cdr:to>
      <cdr:x>1</cdr:x>
      <cdr:y>0.47184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433891" y="102114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0.75043</cdr:x>
      <cdr:y>0.21689</cdr:y>
    </cdr:from>
    <cdr:to>
      <cdr:x>0.99043</cdr:x>
      <cdr:y>0.82738</cdr:y>
    </cdr:to>
    <cdr:sp macro="" textlink="">
      <cdr:nvSpPr>
        <cdr:cNvPr id="4" name="TextBox 1"/>
        <cdr:cNvSpPr txBox="1"/>
      </cdr:nvSpPr>
      <cdr:spPr>
        <a:xfrm xmlns:a="http://schemas.openxmlformats.org/drawingml/2006/main">
          <a:off x="3018774" y="671755"/>
          <a:ext cx="965454" cy="189081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sz="1400" b="1" dirty="0" smtClean="0">
            <a:solidFill>
              <a:schemeClr val="tx1"/>
            </a:solidFill>
          </a:endParaRPr>
        </a:p>
        <a:p xmlns:a="http://schemas.openxmlformats.org/drawingml/2006/main">
          <a:endParaRPr lang="en-US" sz="1400" b="1" dirty="0">
            <a:solidFill>
              <a:schemeClr val="tx1"/>
            </a:solidFill>
          </a:endParaRPr>
        </a:p>
        <a:p xmlns:a="http://schemas.openxmlformats.org/drawingml/2006/main">
          <a:r>
            <a:rPr lang="en-US" sz="1200" b="1" dirty="0">
              <a:solidFill>
                <a:schemeClr val="tx1"/>
              </a:solidFill>
            </a:rPr>
            <a:t>c</a:t>
          </a:r>
          <a:r>
            <a:rPr lang="en-US" sz="1200" b="1" dirty="0" smtClean="0">
              <a:solidFill>
                <a:schemeClr val="tx1"/>
              </a:solidFill>
            </a:rPr>
            <a:t>oal</a:t>
          </a:r>
          <a:endParaRPr lang="en-US" sz="1200" b="1" dirty="0">
            <a:solidFill>
              <a:schemeClr val="accent2"/>
            </a:solidFill>
          </a:endParaRPr>
        </a:p>
        <a:p xmlns:a="http://schemas.openxmlformats.org/drawingml/2006/main">
          <a:endParaRPr lang="en-US" sz="1200" b="1" dirty="0" smtClean="0">
            <a:solidFill>
              <a:schemeClr val="accent2"/>
            </a:solidFill>
          </a:endParaRPr>
        </a:p>
        <a:p xmlns:a="http://schemas.openxmlformats.org/drawingml/2006/main">
          <a:endParaRPr lang="en-US" sz="1200" b="1" dirty="0" smtClean="0">
            <a:solidFill>
              <a:schemeClr val="accent2"/>
            </a:solidFill>
          </a:endParaRPr>
        </a:p>
        <a:p xmlns:a="http://schemas.openxmlformats.org/drawingml/2006/main">
          <a:endParaRPr lang="en-US" sz="1200" b="1" dirty="0">
            <a:solidFill>
              <a:schemeClr val="accent2"/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2"/>
              </a:solidFill>
            </a:rPr>
            <a:t>liquid fuels</a:t>
          </a:r>
        </a:p>
        <a:p xmlns:a="http://schemas.openxmlformats.org/drawingml/2006/main">
          <a:endParaRPr lang="en-US" sz="400" b="1" dirty="0" smtClean="0">
            <a:solidFill>
              <a:schemeClr val="accent1"/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1"/>
              </a:solidFill>
            </a:rPr>
            <a:t>natural gas</a:t>
          </a:r>
        </a:p>
        <a:p xmlns:a="http://schemas.openxmlformats.org/drawingml/2006/main">
          <a:endParaRPr lang="en-US" sz="400" b="1" dirty="0" smtClean="0">
            <a:solidFill>
              <a:schemeClr val="accent1"/>
            </a:solidFill>
          </a:endParaRPr>
        </a:p>
        <a:p xmlns:a="http://schemas.openxmlformats.org/drawingml/2006/main">
          <a:r>
            <a:rPr lang="en-US" sz="1200" b="1" dirty="0">
              <a:solidFill>
                <a:schemeClr val="accent3"/>
              </a:solidFill>
            </a:rPr>
            <a:t>r</a:t>
          </a:r>
          <a:r>
            <a:rPr lang="en-US" sz="1200" b="1" dirty="0" smtClean="0">
              <a:solidFill>
                <a:schemeClr val="accent3"/>
              </a:solidFill>
            </a:rPr>
            <a:t>enewables</a:t>
          </a:r>
        </a:p>
        <a:p xmlns:a="http://schemas.openxmlformats.org/drawingml/2006/main">
          <a:r>
            <a:rPr lang="en-US" sz="1200" b="1" dirty="0">
              <a:solidFill>
                <a:schemeClr val="accent4"/>
              </a:solidFill>
            </a:rPr>
            <a:t>e</a:t>
          </a:r>
          <a:r>
            <a:rPr lang="en-US" sz="1200" b="1" dirty="0" smtClean="0">
              <a:solidFill>
                <a:schemeClr val="accent4"/>
              </a:solidFill>
            </a:rPr>
            <a:t>lectricity</a:t>
          </a: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0.8088</cdr:x>
      <cdr:y>0.59345</cdr:y>
    </cdr:from>
    <cdr:to>
      <cdr:x>1</cdr:x>
      <cdr:y>0.90215</cdr:y>
    </cdr:to>
    <cdr:sp macro="" textlink="">
      <cdr:nvSpPr>
        <cdr:cNvPr id="2" name="TextBox 22"/>
        <cdr:cNvSpPr txBox="1"/>
      </cdr:nvSpPr>
      <cdr:spPr>
        <a:xfrm xmlns:a="http://schemas.openxmlformats.org/drawingml/2006/main">
          <a:off x="3180398" y="1775034"/>
          <a:ext cx="751840" cy="92333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0" rIns="0" rtlCol="0">
          <a:spAutoFit/>
        </a:bodyPr>
        <a:lstStyle xmlns:a="http://schemas.openxmlformats.org/drawingml/2006/main">
          <a:defPPr>
            <a:defRPr lang="en-US"/>
          </a:defPPr>
          <a:lvl1pPr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1pPr>
          <a:lvl2pPr marL="4572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2pPr>
          <a:lvl3pPr marL="9144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3pPr>
          <a:lvl4pPr marL="13716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4pPr>
          <a:lvl5pPr marL="18288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9pPr>
        </a:lstStyle>
        <a:p xmlns:a="http://schemas.openxmlformats.org/drawingml/2006/main">
          <a:r>
            <a:rPr lang="en-US" sz="1200" b="1" dirty="0">
              <a:solidFill>
                <a:schemeClr val="accent1">
                  <a:lumMod val="50000"/>
                </a:schemeClr>
              </a:solidFill>
            </a:rPr>
            <a:t>Asia</a:t>
          </a:r>
        </a:p>
        <a:p xmlns:a="http://schemas.openxmlformats.org/drawingml/2006/main">
          <a:endParaRPr lang="en-US" sz="600" b="1" dirty="0">
            <a:solidFill>
              <a:schemeClr val="accent3"/>
            </a:solidFill>
          </a:endParaRPr>
        </a:p>
        <a:p xmlns:a="http://schemas.openxmlformats.org/drawingml/2006/main">
          <a:r>
            <a:rPr lang="en-US" sz="1200" b="1" dirty="0">
              <a:solidFill>
                <a:schemeClr val="accent1"/>
              </a:solidFill>
            </a:rPr>
            <a:t>Americas</a:t>
          </a:r>
        </a:p>
        <a:p xmlns:a="http://schemas.openxmlformats.org/drawingml/2006/main">
          <a:endParaRPr lang="en-US" sz="1200" b="1" dirty="0">
            <a:solidFill>
              <a:schemeClr val="accent1"/>
            </a:solidFill>
          </a:endParaRPr>
        </a:p>
        <a:p xmlns:a="http://schemas.openxmlformats.org/drawingml/2006/main">
          <a:r>
            <a:rPr lang="en-US" sz="1200" b="1" dirty="0">
              <a:solidFill>
                <a:schemeClr val="accent1">
                  <a:lumMod val="60000"/>
                  <a:lumOff val="40000"/>
                </a:schemeClr>
              </a:solidFill>
            </a:rPr>
            <a:t>Europe</a:t>
          </a:r>
          <a:r>
            <a:rPr lang="en-US" sz="1200" b="1" dirty="0">
              <a:solidFill>
                <a:schemeClr val="accent1"/>
              </a:solidFill>
            </a:rPr>
            <a:t> </a:t>
          </a: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0.7361</cdr:x>
      <cdr:y>0.26346</cdr:y>
    </cdr:from>
    <cdr:to>
      <cdr:x>1</cdr:x>
      <cdr:y>0.9246</cdr:y>
    </cdr:to>
    <cdr:sp macro="" textlink="">
      <cdr:nvSpPr>
        <cdr:cNvPr id="2" name="TextBox 25"/>
        <cdr:cNvSpPr txBox="1"/>
      </cdr:nvSpPr>
      <cdr:spPr>
        <a:xfrm xmlns:a="http://schemas.openxmlformats.org/drawingml/2006/main">
          <a:off x="3103245" y="775093"/>
          <a:ext cx="1112520" cy="194505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1pPr>
          <a:lvl2pPr marL="4572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2pPr>
          <a:lvl3pPr marL="9144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3pPr>
          <a:lvl4pPr marL="13716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4pPr>
          <a:lvl5pPr marL="18288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9pPr>
        </a:lstStyle>
        <a:p xmlns:a="http://schemas.openxmlformats.org/drawingml/2006/main">
          <a:r>
            <a:rPr lang="en-US" sz="1200" b="1" dirty="0" smtClean="0">
              <a:solidFill>
                <a:schemeClr val="accent5">
                  <a:lumMod val="75000"/>
                </a:schemeClr>
              </a:solidFill>
            </a:rPr>
            <a:t>China</a:t>
          </a:r>
          <a:endParaRPr lang="en-US" sz="1200" b="1" dirty="0">
            <a:solidFill>
              <a:schemeClr val="accent5">
                <a:lumMod val="75000"/>
              </a:schemeClr>
            </a:solidFill>
          </a:endParaRPr>
        </a:p>
        <a:p xmlns:a="http://schemas.openxmlformats.org/drawingml/2006/main">
          <a:endParaRPr lang="en-US" sz="1200" b="1" dirty="0">
            <a:solidFill>
              <a:schemeClr val="accent5">
                <a:lumMod val="60000"/>
                <a:lumOff val="40000"/>
              </a:schemeClr>
            </a:solidFill>
          </a:endParaRP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60000"/>
                  <a:lumOff val="40000"/>
                </a:schemeClr>
              </a:solidFill>
            </a:rPr>
            <a:t>India</a:t>
          </a:r>
          <a:endParaRPr lang="en-US" sz="1200" b="1" dirty="0">
            <a:solidFill>
              <a:schemeClr val="accent5">
                <a:lumMod val="40000"/>
                <a:lumOff val="60000"/>
              </a:schemeClr>
            </a:solidFill>
          </a:endParaRPr>
        </a:p>
        <a:p xmlns:a="http://schemas.openxmlformats.org/drawingml/2006/main">
          <a:endParaRPr lang="en-US" sz="1200" b="1" dirty="0">
            <a:solidFill>
              <a:schemeClr val="accent5">
                <a:lumMod val="40000"/>
                <a:lumOff val="60000"/>
              </a:schemeClr>
            </a:solidFill>
          </a:endParaRPr>
        </a:p>
        <a:p xmlns:a="http://schemas.openxmlformats.org/drawingml/2006/main">
          <a:r>
            <a:rPr lang="en-US" sz="1200" b="1" dirty="0">
              <a:solidFill>
                <a:schemeClr val="accent5">
                  <a:lumMod val="40000"/>
                  <a:lumOff val="60000"/>
                </a:schemeClr>
              </a:solidFill>
            </a:rPr>
            <a:t>O</a:t>
          </a:r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ther </a:t>
          </a:r>
          <a:r>
            <a:rPr lang="en-US" sz="1200" b="1" dirty="0">
              <a:solidFill>
                <a:schemeClr val="accent5">
                  <a:lumMod val="40000"/>
                  <a:lumOff val="60000"/>
                </a:schemeClr>
              </a:solidFill>
            </a:rPr>
            <a:t>Asia</a:t>
          </a:r>
        </a:p>
        <a:p xmlns:a="http://schemas.openxmlformats.org/drawingml/2006/main">
          <a:r>
            <a:rPr lang="en-US" sz="1200" b="1" dirty="0">
              <a:solidFill>
                <a:schemeClr val="accent2"/>
              </a:solidFill>
            </a:rPr>
            <a:t>Middle East</a:t>
          </a:r>
        </a:p>
        <a:p xmlns:a="http://schemas.openxmlformats.org/drawingml/2006/main">
          <a:r>
            <a:rPr lang="en-US" sz="1200" b="1" dirty="0">
              <a:solidFill>
                <a:schemeClr val="accent4"/>
              </a:solidFill>
            </a:rPr>
            <a:t>Africa</a:t>
          </a:r>
        </a:p>
        <a:p xmlns:a="http://schemas.openxmlformats.org/drawingml/2006/main">
          <a:r>
            <a:rPr lang="en-US" sz="1200" b="1" dirty="0">
              <a:solidFill>
                <a:schemeClr val="accent6"/>
              </a:solidFill>
            </a:rPr>
            <a:t>Americas</a:t>
          </a:r>
        </a:p>
        <a:p xmlns:a="http://schemas.openxmlformats.org/drawingml/2006/main">
          <a:r>
            <a:rPr lang="en-US" sz="1200" b="1" dirty="0">
              <a:solidFill>
                <a:schemeClr val="accent3"/>
              </a:solidFill>
            </a:rPr>
            <a:t>Europe </a:t>
          </a:r>
        </a:p>
        <a:p xmlns:a="http://schemas.openxmlformats.org/drawingml/2006/main">
          <a:r>
            <a:rPr lang="en-US" sz="1200" b="1" dirty="0">
              <a:solidFill>
                <a:schemeClr val="accent3"/>
              </a:solidFill>
            </a:rPr>
            <a:t>and Eurasia</a:t>
          </a: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0.23095</cdr:x>
      <cdr:y>0.10635</cdr:y>
    </cdr:from>
    <cdr:to>
      <cdr:x>0.45369</cdr:x>
      <cdr:y>0.32926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948124" y="436262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0.14177</cdr:x>
      <cdr:y>0.15512</cdr:y>
    </cdr:from>
    <cdr:to>
      <cdr:x>0.79859</cdr:x>
      <cdr:y>0.54358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57463" y="480428"/>
          <a:ext cx="2582779" cy="120315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2400" b="1" dirty="0">
            <a:solidFill>
              <a:srgbClr val="FF0000"/>
            </a:solidFill>
          </a:endParaRPr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0.23095</cdr:x>
      <cdr:y>0.10635</cdr:y>
    </cdr:from>
    <cdr:to>
      <cdr:x>0.45369</cdr:x>
      <cdr:y>0.32926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948124" y="436262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0.60704</cdr:x>
      <cdr:y>0.0663</cdr:y>
    </cdr:from>
    <cdr:to>
      <cdr:x>0.93619</cdr:x>
      <cdr:y>0.63286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030990" y="184260"/>
          <a:ext cx="2185639" cy="157458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400" b="1" dirty="0" smtClean="0">
              <a:solidFill>
                <a:schemeClr val="accent1"/>
              </a:solidFill>
            </a:rPr>
            <a:t>	</a:t>
          </a:r>
        </a:p>
        <a:p xmlns:a="http://schemas.openxmlformats.org/drawingml/2006/main">
          <a:endParaRPr lang="en-US" sz="1400" b="1" dirty="0">
            <a:solidFill>
              <a:schemeClr val="accent1"/>
            </a:solidFill>
          </a:endParaRPr>
        </a:p>
        <a:p xmlns:a="http://schemas.openxmlformats.org/drawingml/2006/main">
          <a:r>
            <a:rPr lang="en-US" sz="1400" b="1" dirty="0" smtClean="0">
              <a:solidFill>
                <a:schemeClr val="accent1"/>
              </a:solidFill>
            </a:rPr>
            <a:t>	</a:t>
          </a:r>
        </a:p>
        <a:p xmlns:a="http://schemas.openxmlformats.org/drawingml/2006/main">
          <a:r>
            <a:rPr lang="en-US" sz="1400" b="1" dirty="0">
              <a:solidFill>
                <a:schemeClr val="accent1"/>
              </a:solidFill>
            </a:rPr>
            <a:t>	</a:t>
          </a:r>
          <a:endParaRPr lang="en-US" sz="1200" b="1" dirty="0">
            <a:solidFill>
              <a:schemeClr val="accent5">
                <a:lumMod val="60000"/>
                <a:lumOff val="40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0.87537</cdr:x>
      <cdr:y>0.17096</cdr:y>
    </cdr:from>
    <cdr:to>
      <cdr:x>0.97986</cdr:x>
      <cdr:y>0.84429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7003869" y="526234"/>
          <a:ext cx="836022" cy="20726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0.80935</cdr:x>
      <cdr:y>0.044</cdr:y>
    </cdr:from>
    <cdr:to>
      <cdr:x>1</cdr:x>
      <cdr:y>0.97603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6685280" y="125621"/>
          <a:ext cx="1574800" cy="266100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b="1" dirty="0" smtClean="0">
              <a:solidFill>
                <a:schemeClr val="tx2">
                  <a:lumMod val="25000"/>
                  <a:lumOff val="75000"/>
                </a:schemeClr>
              </a:solidFill>
            </a:rPr>
            <a:t>OECD maximum</a:t>
          </a: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non-OECD maximum</a:t>
          </a:r>
        </a:p>
        <a:p xmlns:a="http://schemas.openxmlformats.org/drawingml/2006/main">
          <a:r>
            <a:rPr lang="en-US" sz="1200" b="1" dirty="0" smtClean="0">
              <a:solidFill>
                <a:schemeClr val="tx2"/>
              </a:solidFill>
            </a:rPr>
            <a:t>OECD average</a:t>
          </a:r>
        </a:p>
        <a:p xmlns:a="http://schemas.openxmlformats.org/drawingml/2006/main">
          <a:r>
            <a:rPr lang="en-US" sz="1200" b="1" dirty="0" smtClean="0">
              <a:solidFill>
                <a:schemeClr val="tx2">
                  <a:lumMod val="25000"/>
                  <a:lumOff val="75000"/>
                </a:schemeClr>
              </a:solidFill>
            </a:rPr>
            <a:t>OECD minimum</a:t>
          </a:r>
        </a:p>
        <a:p xmlns:a="http://schemas.openxmlformats.org/drawingml/2006/main">
          <a:r>
            <a:rPr lang="en-US" sz="1200" b="1" dirty="0" smtClean="0">
              <a:solidFill>
                <a:schemeClr val="accent5"/>
              </a:solidFill>
            </a:rPr>
            <a:t>non-OECD average</a:t>
          </a:r>
        </a:p>
        <a:p xmlns:a="http://schemas.openxmlformats.org/drawingml/2006/main">
          <a:r>
            <a:rPr lang="en-US" sz="1200" b="1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non-OECD minimum</a:t>
          </a:r>
        </a:p>
        <a:p xmlns:a="http://schemas.openxmlformats.org/drawingml/2006/main">
          <a:endParaRPr lang="en-US" dirty="0"/>
        </a:p>
        <a:p xmlns:a="http://schemas.openxmlformats.org/drawingml/2006/main">
          <a:endParaRPr lang="en-US" sz="1100" dirty="0"/>
        </a:p>
      </cdr:txBody>
    </cdr:sp>
  </cdr:relSizeAnchor>
</c:userShapes>
</file>

<file path=ppt/drawings/drawing15.xml><?xml version="1.0" encoding="utf-8"?>
<c:userShapes xmlns:c="http://schemas.openxmlformats.org/drawingml/2006/chart">
  <cdr:relSizeAnchor xmlns:cdr="http://schemas.openxmlformats.org/drawingml/2006/chartDrawing">
    <cdr:from>
      <cdr:x>0.3046</cdr:x>
      <cdr:y>0</cdr:y>
    </cdr:from>
    <cdr:to>
      <cdr:x>0.70464</cdr:x>
      <cdr:y>0.0862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033861" y="0"/>
          <a:ext cx="1357796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sz="1200" b="1" dirty="0"/>
        </a:p>
      </cdr:txBody>
    </cdr:sp>
  </cdr:relSizeAnchor>
  <cdr:relSizeAnchor xmlns:cdr="http://schemas.openxmlformats.org/drawingml/2006/chartDrawing">
    <cdr:from>
      <cdr:x>0.26361</cdr:x>
      <cdr:y>0.12208</cdr:y>
    </cdr:from>
    <cdr:to>
      <cdr:x>0.70923</cdr:x>
      <cdr:y>0.17955</cdr:y>
    </cdr:to>
    <cdr:sp macro="" textlink="">
      <cdr:nvSpPr>
        <cdr:cNvPr id="3" name="Rectangle 2"/>
        <cdr:cNvSpPr/>
      </cdr:nvSpPr>
      <cdr:spPr>
        <a:xfrm xmlns:a="http://schemas.openxmlformats.org/drawingml/2006/main">
          <a:off x="894723" y="392297"/>
          <a:ext cx="1512509" cy="18467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tIns="0" bIns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dirty="0"/>
            <a:t>history   projections</a:t>
          </a:r>
        </a:p>
      </cdr:txBody>
    </cdr:sp>
  </cdr:relSizeAnchor>
</c:userShapes>
</file>

<file path=ppt/drawings/drawing16.xml><?xml version="1.0" encoding="utf-8"?>
<c:userShapes xmlns:c="http://schemas.openxmlformats.org/drawingml/2006/chart">
  <cdr:relSizeAnchor xmlns:cdr="http://schemas.openxmlformats.org/drawingml/2006/chartDrawing">
    <cdr:from>
      <cdr:x>0.40049</cdr:x>
      <cdr:y>0</cdr:y>
    </cdr:from>
    <cdr:to>
      <cdr:x>0.60502</cdr:x>
      <cdr:y>0.08271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318921" y="0"/>
          <a:ext cx="673586" cy="25910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endParaRPr lang="en-US" sz="1200" b="1" dirty="0" smtClean="0"/>
        </a:p>
      </cdr:txBody>
    </cdr:sp>
  </cdr:relSizeAnchor>
  <cdr:relSizeAnchor xmlns:cdr="http://schemas.openxmlformats.org/drawingml/2006/chartDrawing">
    <cdr:from>
      <cdr:x>0.46709</cdr:x>
      <cdr:y>0.14692</cdr:y>
    </cdr:from>
    <cdr:to>
      <cdr:x>0.74475</cdr:x>
      <cdr:y>0.43882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538257" y="46023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0.29356</cdr:x>
      <cdr:y>0.12291</cdr:y>
    </cdr:from>
    <cdr:to>
      <cdr:x>0.7512</cdr:x>
      <cdr:y>0.18186</cdr:y>
    </cdr:to>
    <cdr:sp macro="" textlink="">
      <cdr:nvSpPr>
        <cdr:cNvPr id="4" name="Rectangle 3"/>
        <cdr:cNvSpPr/>
      </cdr:nvSpPr>
      <cdr:spPr>
        <a:xfrm xmlns:a="http://schemas.openxmlformats.org/drawingml/2006/main">
          <a:off x="966771" y="390890"/>
          <a:ext cx="1507132" cy="18748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tIns="0" bIns="0">
          <a:spAutoFit/>
        </a:bodyPr>
        <a:lstStyle xmlns:a="http://schemas.openxmlformats.org/drawingml/2006/main">
          <a:defPPr>
            <a:defRPr lang="en-US"/>
          </a:defPPr>
          <a:lvl1pPr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1pPr>
          <a:lvl2pPr marL="4572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2pPr>
          <a:lvl3pPr marL="9144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3pPr>
          <a:lvl4pPr marL="13716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4pPr>
          <a:lvl5pPr marL="1828800" algn="l" rtl="0" fontAlgn="base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charset="0"/>
              <a:ea typeface="+mn-ea"/>
              <a:cs typeface="Arial" charset="0"/>
            </a:defRPr>
          </a:lvl9pPr>
        </a:lstStyle>
        <a:p xmlns:a="http://schemas.openxmlformats.org/drawingml/2006/main">
          <a:pPr algn="ctr"/>
          <a:r>
            <a:rPr lang="en-US" sz="1200" dirty="0"/>
            <a:t>history   projections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475" cy="465138"/>
          </a:xfrm>
          <a:prstGeom prst="rect">
            <a:avLst/>
          </a:prstGeom>
        </p:spPr>
        <p:txBody>
          <a:bodyPr vert="horz" lIns="91419" tIns="45709" rIns="91419" bIns="4570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1"/>
            <a:ext cx="3038475" cy="465138"/>
          </a:xfrm>
          <a:prstGeom prst="rect">
            <a:avLst/>
          </a:prstGeom>
        </p:spPr>
        <p:txBody>
          <a:bodyPr vert="horz" lIns="91419" tIns="45709" rIns="91419" bIns="4570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ED25893-A83F-48CE-B658-2412045A40A5}" type="datetimeFigureOut">
              <a:rPr lang="en-US"/>
              <a:pPr>
                <a:defRPr/>
              </a:pPr>
              <a:t>9/29/2021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1419" tIns="45709" rIns="91419" bIns="4570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19" tIns="45709" rIns="91419" bIns="4570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91D3A1A-398C-4278-B50A-5F8985FF03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374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475" cy="465138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1"/>
            <a:ext cx="3038475" cy="465138"/>
          </a:xfrm>
          <a:prstGeom prst="rect">
            <a:avLst/>
          </a:prstGeom>
        </p:spPr>
        <p:txBody>
          <a:bodyPr vert="horz" lIns="93150" tIns="46576" rIns="93150" bIns="4657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F5DD0C8-C8A1-48F2-871C-E859113BC4F1}" type="datetimeFigureOut">
              <a:rPr lang="en-US"/>
              <a:pPr>
                <a:defRPr/>
              </a:pPr>
              <a:t>9/29/2021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0" tIns="46576" rIns="93150" bIns="4657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6" y="4416425"/>
            <a:ext cx="5607050" cy="4183063"/>
          </a:xfrm>
          <a:prstGeom prst="rect">
            <a:avLst/>
          </a:prstGeom>
        </p:spPr>
        <p:txBody>
          <a:bodyPr vert="horz" lIns="93150" tIns="46576" rIns="93150" bIns="4657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50" tIns="46576" rIns="93150" bIns="4657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C049336-6624-4A1E-9498-510DC43D0C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1556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049336-6624-4A1E-9498-510DC43D0CD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3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6141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6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style. You can have up to two lines of text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85800" y="891540"/>
            <a:ext cx="8001000" cy="3566160"/>
          </a:xfrm>
          <a:prstGeom prst="rect">
            <a:avLst/>
          </a:prstGeom>
        </p:spPr>
        <p:txBody>
          <a:bodyPr lIns="0" tIns="0" rIns="0" b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 marL="694944" indent="-237744">
              <a:spcAft>
                <a:spcPts val="400"/>
              </a:spcAft>
              <a:defRPr sz="1400"/>
            </a:lvl2pPr>
            <a:lvl3pPr marL="1088136" indent="-173736">
              <a:spcAft>
                <a:spcPts val="400"/>
              </a:spcAft>
              <a:defRPr sz="1400"/>
            </a:lvl3pPr>
            <a:lvl4pPr marL="1609344" indent="-237744">
              <a:spcAft>
                <a:spcPts val="400"/>
              </a:spcAft>
              <a:defRPr sz="1400"/>
            </a:lvl4pPr>
            <a:lvl5pPr marL="2002536" indent="-173736"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9574"/>
            <a:ext cx="8001000" cy="765314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style. You can have up to two lines of text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85800" y="891540"/>
            <a:ext cx="8001000" cy="3566160"/>
          </a:xfrm>
          <a:prstGeom prst="rect">
            <a:avLst/>
          </a:prstGeom>
        </p:spPr>
        <p:txBody>
          <a:bodyPr lIns="0" tIns="0" rIns="0" b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 marL="694944" indent="-237744">
              <a:spcAft>
                <a:spcPts val="400"/>
              </a:spcAft>
              <a:defRPr sz="1400"/>
            </a:lvl2pPr>
            <a:lvl3pPr marL="1088136" indent="-173736">
              <a:spcAft>
                <a:spcPts val="400"/>
              </a:spcAft>
              <a:defRPr sz="1400"/>
            </a:lvl3pPr>
            <a:lvl4pPr marL="1609344" indent="-237744">
              <a:spcAft>
                <a:spcPts val="400"/>
              </a:spcAft>
              <a:defRPr sz="1400"/>
            </a:lvl4pPr>
            <a:lvl5pPr marL="2002536" indent="-173736"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4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685800" y="891540"/>
            <a:ext cx="3931920" cy="3497580"/>
          </a:xfrm>
          <a:prstGeom prst="rect">
            <a:avLst/>
          </a:prstGeom>
        </p:spPr>
        <p:txBody>
          <a:bodyPr lIns="0" t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663440" y="891540"/>
            <a:ext cx="4023360" cy="3497580"/>
          </a:xfrm>
          <a:prstGeom prst="rect">
            <a:avLst/>
          </a:prstGeom>
        </p:spPr>
        <p:txBody>
          <a:bodyPr t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79513"/>
            <a:ext cx="8001000" cy="755374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style. You can have up to two lines of text.</a:t>
            </a:r>
          </a:p>
        </p:txBody>
      </p:sp>
      <p:sp>
        <p:nvSpPr>
          <p:cNvPr id="15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0"/>
          <p:cNvSpPr>
            <a:spLocks noGrp="1"/>
          </p:cNvSpPr>
          <p:nvPr>
            <p:ph sz="quarter" idx="12"/>
          </p:nvPr>
        </p:nvSpPr>
        <p:spPr>
          <a:xfrm>
            <a:off x="685800" y="891540"/>
            <a:ext cx="3931920" cy="3497580"/>
          </a:xfrm>
          <a:prstGeom prst="rect">
            <a:avLst/>
          </a:prstGeom>
        </p:spPr>
        <p:txBody>
          <a:bodyPr lIns="0" t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3"/>
          </p:nvPr>
        </p:nvSpPr>
        <p:spPr>
          <a:xfrm>
            <a:off x="4663440" y="891540"/>
            <a:ext cx="4023360" cy="3497580"/>
          </a:xfrm>
          <a:prstGeom prst="rect">
            <a:avLst/>
          </a:prstGeom>
        </p:spPr>
        <p:txBody>
          <a:bodyPr t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9574"/>
            <a:ext cx="8001000" cy="765314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style. You can have up to two lines of text.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and 2 labele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685800" y="1292087"/>
            <a:ext cx="3931920" cy="3097033"/>
          </a:xfrm>
          <a:prstGeom prst="rect">
            <a:avLst/>
          </a:prstGeom>
        </p:spPr>
        <p:txBody>
          <a:bodyPr l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663440" y="1292087"/>
            <a:ext cx="4023360" cy="3097033"/>
          </a:xfrm>
          <a:prstGeom prst="rect">
            <a:avLst/>
          </a:prstGeom>
        </p:spPr>
        <p:txBody>
          <a:bodyPr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5800" y="894520"/>
            <a:ext cx="3931920" cy="350851"/>
          </a:xfrm>
          <a:prstGeom prst="rect">
            <a:avLst/>
          </a:prstGeom>
        </p:spPr>
        <p:txBody>
          <a:bodyPr lIns="0" t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8"/>
          </p:nvPr>
        </p:nvSpPr>
        <p:spPr>
          <a:xfrm>
            <a:off x="4663440" y="894520"/>
            <a:ext cx="4023360" cy="350851"/>
          </a:xfrm>
          <a:prstGeom prst="rect">
            <a:avLst/>
          </a:prstGeom>
        </p:spPr>
        <p:txBody>
          <a:bodyPr tIns="0" r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 algn="l"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18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85800" y="91440"/>
            <a:ext cx="8001000" cy="743448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7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*long title and 2 labele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685799" y="1292087"/>
            <a:ext cx="2599267" cy="3097033"/>
          </a:xfrm>
          <a:prstGeom prst="rect">
            <a:avLst/>
          </a:prstGeom>
        </p:spPr>
        <p:txBody>
          <a:bodyPr l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5800" y="894520"/>
            <a:ext cx="3931920" cy="350851"/>
          </a:xfrm>
          <a:prstGeom prst="rect">
            <a:avLst/>
          </a:prstGeom>
        </p:spPr>
        <p:txBody>
          <a:bodyPr lIns="0" t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8"/>
          </p:nvPr>
        </p:nvSpPr>
        <p:spPr>
          <a:xfrm>
            <a:off x="4663440" y="894520"/>
            <a:ext cx="4023360" cy="350851"/>
          </a:xfrm>
          <a:prstGeom prst="rect">
            <a:avLst/>
          </a:prstGeom>
        </p:spPr>
        <p:txBody>
          <a:bodyPr tIns="0" rIns="0" bIns="0" anchor="b" anchorCtr="0"/>
          <a:lstStyle>
            <a:lvl1pPr marL="342900" marR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 algn="r"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8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85800" y="91440"/>
            <a:ext cx="8001000" cy="743448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9"/>
          </p:nvPr>
        </p:nvSpPr>
        <p:spPr>
          <a:xfrm>
            <a:off x="3386666" y="1292087"/>
            <a:ext cx="2599267" cy="3097033"/>
          </a:xfrm>
          <a:prstGeom prst="rect">
            <a:avLst/>
          </a:prstGeom>
        </p:spPr>
        <p:txBody>
          <a:bodyPr l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Content Placeholder 10"/>
          <p:cNvSpPr>
            <a:spLocks noGrp="1"/>
          </p:cNvSpPr>
          <p:nvPr>
            <p:ph sz="quarter" idx="20"/>
          </p:nvPr>
        </p:nvSpPr>
        <p:spPr>
          <a:xfrm>
            <a:off x="6087533" y="1292087"/>
            <a:ext cx="2599267" cy="3097033"/>
          </a:xfrm>
          <a:prstGeom prst="rect">
            <a:avLst/>
          </a:prstGeom>
        </p:spPr>
        <p:txBody>
          <a:bodyPr l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4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659636"/>
            <a:ext cx="8229600" cy="1117854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Title — click to edit</a:t>
            </a:r>
          </a:p>
        </p:txBody>
      </p:sp>
      <p:sp>
        <p:nvSpPr>
          <p:cNvPr id="9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"/>
            <a:ext cx="8001000" cy="76630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style. You can have up to two lines of text.</a:t>
            </a:r>
          </a:p>
        </p:txBody>
      </p:sp>
      <p:sp>
        <p:nvSpPr>
          <p:cNvPr id="11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7624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style. You can have up to two lines of </a:t>
            </a:r>
            <a:br>
              <a:rPr lang="en-US" dirty="0"/>
            </a:br>
            <a:r>
              <a:rPr lang="en-US" dirty="0"/>
              <a:t>text.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ine or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/>
          <p:cNvSpPr>
            <a:spLocks noGrp="1"/>
          </p:cNvSpPr>
          <p:nvPr>
            <p:ph type="chart" sz="quarter" idx="12"/>
          </p:nvPr>
        </p:nvSpPr>
        <p:spPr>
          <a:xfrm>
            <a:off x="685800" y="1311965"/>
            <a:ext cx="8001000" cy="3077154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US" noProof="0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85800" y="840140"/>
            <a:ext cx="4005072" cy="411480"/>
          </a:xfrm>
          <a:prstGeom prst="rect">
            <a:avLst/>
          </a:prstGeom>
        </p:spPr>
        <p:txBody>
          <a:bodyPr lIns="0" t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800600" y="840140"/>
            <a:ext cx="3895344" cy="411480"/>
          </a:xfrm>
          <a:prstGeom prst="rect">
            <a:avLst/>
          </a:prstGeom>
        </p:spPr>
        <p:txBody>
          <a:bodyPr tIns="0" rIns="0" bIns="0" anchor="b" anchorCtr="0"/>
          <a:lstStyle>
            <a:lvl1pPr marL="342900" marR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8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66308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This can span two lines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/>
          <p:cNvSpPr>
            <a:spLocks noGrp="1"/>
          </p:cNvSpPr>
          <p:nvPr>
            <p:ph type="chart" sz="quarter" idx="12"/>
          </p:nvPr>
        </p:nvSpPr>
        <p:spPr>
          <a:xfrm>
            <a:off x="685800" y="1262271"/>
            <a:ext cx="8001000" cy="312685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US" noProof="0" dirty="0"/>
          </a:p>
        </p:txBody>
      </p:sp>
      <p:sp>
        <p:nvSpPr>
          <p:cNvPr id="16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685800" y="68579"/>
            <a:ext cx="8001000" cy="77624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5800" y="840140"/>
            <a:ext cx="4005072" cy="411480"/>
          </a:xfrm>
          <a:prstGeom prst="rect">
            <a:avLst/>
          </a:prstGeom>
        </p:spPr>
        <p:txBody>
          <a:bodyPr lIns="0" t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685800" y="834888"/>
            <a:ext cx="8001000" cy="3554232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15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66308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This can span two lines</a:t>
            </a:r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*full-screen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red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79"/>
            <a:ext cx="8001000" cy="76630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85800" y="834887"/>
            <a:ext cx="8001000" cy="3417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400" i="1">
                <a:latin typeface="+mj-lt"/>
              </a:defRPr>
            </a:lvl1pPr>
            <a:lvl2pPr marL="457200" indent="0">
              <a:spcAft>
                <a:spcPts val="400"/>
              </a:spcAft>
              <a:buNone/>
              <a:defRPr sz="1600"/>
            </a:lvl2pPr>
            <a:lvl3pPr marL="914400" indent="0">
              <a:spcAft>
                <a:spcPts val="400"/>
              </a:spcAft>
              <a:buNone/>
              <a:defRPr sz="1600"/>
            </a:lvl3pPr>
            <a:lvl4pPr marL="1371600" indent="0">
              <a:spcAft>
                <a:spcPts val="400"/>
              </a:spcAft>
              <a:buNone/>
              <a:defRPr sz="1600"/>
            </a:lvl4pPr>
            <a:lvl5pPr marL="1828800" indent="0">
              <a:spcAft>
                <a:spcPts val="400"/>
              </a:spcAft>
              <a:buFont typeface="Arial" pitchFamily="34" charset="0"/>
              <a:buNone/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8303" y="4807514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588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570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349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681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47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157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33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991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05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803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028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3253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678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586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577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320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240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2454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208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83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933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1238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1746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2091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262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8237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4862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910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4025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8259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197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857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720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4188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1580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60" y="1266826"/>
            <a:ext cx="4105141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804667" y="1266826"/>
            <a:ext cx="4134797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56869"/>
            <a:ext cx="869967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49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*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238259" y="1266826"/>
            <a:ext cx="2743200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1820" y="647845"/>
            <a:ext cx="8696949" cy="566846"/>
          </a:xfrm>
          <a:prstGeom prst="rect">
            <a:avLst/>
          </a:prstGeom>
        </p:spPr>
        <p:txBody>
          <a:bodyPr anchor="b" anchorCtr="0"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3"/>
          </p:nvPr>
        </p:nvSpPr>
        <p:spPr>
          <a:xfrm>
            <a:off x="3217930" y="1266826"/>
            <a:ext cx="2743200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4"/>
          </p:nvPr>
        </p:nvSpPr>
        <p:spPr>
          <a:xfrm>
            <a:off x="6185568" y="1266826"/>
            <a:ext cx="2743200" cy="3076575"/>
          </a:xfrm>
          <a:prstGeom prst="rect">
            <a:avLst/>
          </a:prstGeom>
        </p:spPr>
        <p:txBody>
          <a:bodyPr/>
          <a:lstStyle>
            <a:lvl1pPr marL="178308" indent="-178308">
              <a:lnSpc>
                <a:spcPct val="125000"/>
              </a:lnSpc>
              <a:spcBef>
                <a:spcPts val="1200"/>
              </a:spcBef>
              <a:spcAft>
                <a:spcPts val="450"/>
              </a:spcAft>
              <a:defRPr sz="1050"/>
            </a:lvl1pPr>
            <a:lvl2pPr>
              <a:lnSpc>
                <a:spcPct val="125000"/>
              </a:lnSpc>
              <a:spcAft>
                <a:spcPts val="300"/>
              </a:spcAft>
              <a:defRPr sz="1050"/>
            </a:lvl2pPr>
            <a:lvl3pPr>
              <a:lnSpc>
                <a:spcPct val="125000"/>
              </a:lnSpc>
              <a:spcAft>
                <a:spcPts val="300"/>
              </a:spcAft>
              <a:defRPr sz="1050"/>
            </a:lvl3pPr>
            <a:lvl4pPr>
              <a:lnSpc>
                <a:spcPct val="125000"/>
              </a:lnSpc>
              <a:spcAft>
                <a:spcPts val="300"/>
              </a:spcAft>
              <a:defRPr sz="1050"/>
            </a:lvl4pPr>
            <a:lvl5pPr>
              <a:lnSpc>
                <a:spcPct val="125000"/>
              </a:lnSpc>
              <a:spcAft>
                <a:spcPts val="300"/>
              </a:spcAft>
              <a:buFont typeface="Arial" pitchFamily="34" charset="0"/>
              <a:buChar char="•"/>
              <a:defRPr sz="105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4522725"/>
            <a:ext cx="3840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D80C5C9-96E0-47EC-B500-37C5FE2846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9657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924801" y="4828781"/>
            <a:ext cx="811213" cy="230832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sz="120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www.eia.gov</a:t>
            </a:r>
          </a:p>
        </p:txBody>
      </p:sp>
      <p:cxnSp>
        <p:nvCxnSpPr>
          <p:cNvPr id="5" name="Straight Connector 12"/>
          <p:cNvCxnSpPr>
            <a:cxnSpLocks noChangeShapeType="1"/>
          </p:cNvCxnSpPr>
          <p:nvPr/>
        </p:nvCxnSpPr>
        <p:spPr bwMode="auto">
          <a:xfrm rot="5400000">
            <a:off x="7757914" y="4904385"/>
            <a:ext cx="136922" cy="0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cxnSp>
        <p:nvCxnSpPr>
          <p:cNvPr id="6" name="Straight Connector 10"/>
          <p:cNvCxnSpPr>
            <a:cxnSpLocks noChangeShapeType="1"/>
          </p:cNvCxnSpPr>
          <p:nvPr/>
        </p:nvCxnSpPr>
        <p:spPr bwMode="auto">
          <a:xfrm rot="10800000" flipH="1">
            <a:off x="608013" y="2384546"/>
            <a:ext cx="8050212" cy="0"/>
          </a:xfrm>
          <a:prstGeom prst="line">
            <a:avLst/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</p:spPr>
      </p:cxnSp>
      <p:pic>
        <p:nvPicPr>
          <p:cNvPr id="7" name="Picture 11" descr="icon_row-01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1399" y="1873863"/>
            <a:ext cx="7164449" cy="363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C:\Documents and Settings\MVO\Desktop\eia_logo_white-0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776288" y="4789379"/>
            <a:ext cx="4030662" cy="323165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U.S. Energy Information Administration</a:t>
            </a:r>
          </a:p>
        </p:txBody>
      </p:sp>
      <p:cxnSp>
        <p:nvCxnSpPr>
          <p:cNvPr id="10" name="Straight Connector 12"/>
          <p:cNvCxnSpPr>
            <a:cxnSpLocks noChangeShapeType="1"/>
          </p:cNvCxnSpPr>
          <p:nvPr/>
        </p:nvCxnSpPr>
        <p:spPr bwMode="auto">
          <a:xfrm rot="5400000">
            <a:off x="573882" y="4962525"/>
            <a:ext cx="214313" cy="0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11" name="TextBox 14"/>
          <p:cNvSpPr txBox="1">
            <a:spLocks noChangeArrowheads="1"/>
          </p:cNvSpPr>
          <p:nvPr/>
        </p:nvSpPr>
        <p:spPr bwMode="auto">
          <a:xfrm>
            <a:off x="5672138" y="4828781"/>
            <a:ext cx="2082800" cy="230832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sz="1200" i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Independent Statistics &amp; Analysis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387963"/>
            <a:ext cx="7772400" cy="1028700"/>
          </a:xfrm>
          <a:prstGeom prst="rect">
            <a:avLst/>
          </a:prstGeom>
        </p:spPr>
        <p:txBody>
          <a:bodyPr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Title – Click to edit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2507085"/>
            <a:ext cx="7388352" cy="1062990"/>
          </a:xfrm>
          <a:prstGeom prst="rect">
            <a:avLst/>
          </a:prstGeom>
        </p:spPr>
        <p:txBody>
          <a:bodyPr/>
          <a:lstStyle>
            <a:lvl1pPr marL="347472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i="1">
                <a:latin typeface="+mj-lt"/>
              </a:defRPr>
            </a:lvl1pPr>
          </a:lstStyle>
          <a:p>
            <a:pPr lvl="0"/>
            <a:r>
              <a:rPr lang="en-US" dirty="0" smtClean="0"/>
              <a:t>Audience</a:t>
            </a:r>
          </a:p>
          <a:p>
            <a:pPr lvl="0"/>
            <a:r>
              <a:rPr lang="en-US" dirty="0" smtClean="0"/>
              <a:t>Presenter, Title</a:t>
            </a:r>
          </a:p>
          <a:p>
            <a:pPr lvl="0"/>
            <a:r>
              <a:rPr lang="en-US" dirty="0" smtClean="0"/>
              <a:t>Month DD, YYYY  |  City, State</a:t>
            </a:r>
          </a:p>
        </p:txBody>
      </p:sp>
    </p:spTree>
    <p:extLst>
      <p:ext uri="{BB962C8B-B14F-4D97-AF65-F5344CB8AC3E}">
        <p14:creationId xmlns:p14="http://schemas.microsoft.com/office/powerpoint/2010/main" val="2672632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alternate presentation title slide (with 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0"/>
          <p:cNvCxnSpPr>
            <a:cxnSpLocks noChangeShapeType="1"/>
          </p:cNvCxnSpPr>
          <p:nvPr/>
        </p:nvCxnSpPr>
        <p:spPr bwMode="auto">
          <a:xfrm rot="10800000" flipH="1">
            <a:off x="608013" y="2384546"/>
            <a:ext cx="8050212" cy="0"/>
          </a:xfrm>
          <a:prstGeom prst="line">
            <a:avLst/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</p:spPr>
      </p:cxnSp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776288" y="4789379"/>
            <a:ext cx="4030662" cy="323165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U.S. Energy Information Administration</a:t>
            </a:r>
          </a:p>
        </p:txBody>
      </p:sp>
      <p:cxnSp>
        <p:nvCxnSpPr>
          <p:cNvPr id="11" name="Straight Connector 12"/>
          <p:cNvCxnSpPr>
            <a:cxnSpLocks noChangeShapeType="1"/>
          </p:cNvCxnSpPr>
          <p:nvPr/>
        </p:nvCxnSpPr>
        <p:spPr bwMode="auto">
          <a:xfrm rot="5400000">
            <a:off x="573882" y="4962525"/>
            <a:ext cx="214313" cy="0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7963"/>
            <a:ext cx="7772400" cy="548640"/>
          </a:xfrm>
          <a:prstGeom prst="rect">
            <a:avLst/>
          </a:prstGeom>
        </p:spPr>
        <p:txBody>
          <a:bodyPr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2507085"/>
            <a:ext cx="7388352" cy="1062990"/>
          </a:xfrm>
          <a:prstGeom prst="rect">
            <a:avLst/>
          </a:prstGeom>
        </p:spPr>
        <p:txBody>
          <a:bodyPr/>
          <a:lstStyle>
            <a:lvl1pPr marL="347472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i="1">
                <a:latin typeface="+mj-lt"/>
              </a:defRPr>
            </a:lvl1pPr>
          </a:lstStyle>
          <a:p>
            <a:pPr lvl="0"/>
            <a:r>
              <a:rPr lang="en-US" dirty="0" smtClean="0"/>
              <a:t>Audience</a:t>
            </a:r>
          </a:p>
          <a:p>
            <a:pPr lvl="0"/>
            <a:r>
              <a:rPr lang="en-US" dirty="0" smtClean="0"/>
              <a:t>Presenter, Title</a:t>
            </a:r>
          </a:p>
          <a:p>
            <a:pPr lvl="0"/>
            <a:r>
              <a:rPr lang="en-US" dirty="0" smtClean="0"/>
              <a:t>Month DD, YYYY  |  City, State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991467"/>
            <a:ext cx="7388352" cy="63093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i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Subhead – Click to edit</a:t>
            </a:r>
          </a:p>
        </p:txBody>
      </p:sp>
      <p:pic>
        <p:nvPicPr>
          <p:cNvPr id="13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1" descr="icon_row-01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399" y="1873863"/>
            <a:ext cx="7164449" cy="363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>
            <a:spLocks noChangeArrowheads="1"/>
          </p:cNvSpPr>
          <p:nvPr userDrawn="1"/>
        </p:nvSpPr>
        <p:spPr bwMode="auto">
          <a:xfrm>
            <a:off x="7924801" y="4828781"/>
            <a:ext cx="811213" cy="230832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sz="120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www.eia.gov</a:t>
            </a:r>
          </a:p>
        </p:txBody>
      </p:sp>
      <p:cxnSp>
        <p:nvCxnSpPr>
          <p:cNvPr id="21" name="Straight Connector 12"/>
          <p:cNvCxnSpPr>
            <a:cxnSpLocks noChangeShapeType="1"/>
          </p:cNvCxnSpPr>
          <p:nvPr userDrawn="1"/>
        </p:nvCxnSpPr>
        <p:spPr bwMode="auto">
          <a:xfrm rot="5400000">
            <a:off x="7757914" y="4904385"/>
            <a:ext cx="136922" cy="0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22" name="TextBox 14"/>
          <p:cNvSpPr txBox="1">
            <a:spLocks noChangeArrowheads="1"/>
          </p:cNvSpPr>
          <p:nvPr userDrawn="1"/>
        </p:nvSpPr>
        <p:spPr bwMode="auto">
          <a:xfrm>
            <a:off x="5672138" y="4828781"/>
            <a:ext cx="2082800" cy="230832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sz="1200" i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Independent Statistics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20223479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6141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600" baseline="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85800" y="891540"/>
            <a:ext cx="8001000" cy="3634740"/>
          </a:xfrm>
          <a:prstGeom prst="rect">
            <a:avLst/>
          </a:prstGeom>
        </p:spPr>
        <p:txBody>
          <a:bodyPr lIns="0" tIns="0" rIns="0" b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 marL="694944" indent="-237744">
              <a:spcAft>
                <a:spcPts val="400"/>
              </a:spcAft>
              <a:defRPr sz="1400"/>
            </a:lvl2pPr>
            <a:lvl3pPr marL="1088136" indent="-173736">
              <a:spcAft>
                <a:spcPts val="400"/>
              </a:spcAft>
              <a:defRPr sz="1400"/>
            </a:lvl3pPr>
            <a:lvl4pPr marL="1609344" indent="-237744">
              <a:spcAft>
                <a:spcPts val="400"/>
              </a:spcAft>
              <a:defRPr sz="1400"/>
            </a:lvl4pPr>
            <a:lvl5pPr marL="2002536" indent="-173736"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0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3993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cxnSp>
        <p:nvCxnSpPr>
          <p:cNvPr id="5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9574"/>
            <a:ext cx="8001000" cy="765314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lnSpc>
                <a:spcPts val="19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three lines of text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85800" y="891540"/>
            <a:ext cx="8001000" cy="3634740"/>
          </a:xfrm>
          <a:prstGeom prst="rect">
            <a:avLst/>
          </a:prstGeom>
        </p:spPr>
        <p:txBody>
          <a:bodyPr lIns="0" tIns="0" rIns="0" b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 marL="694944" indent="-237744">
              <a:spcAft>
                <a:spcPts val="400"/>
              </a:spcAft>
              <a:defRPr sz="1400"/>
            </a:lvl2pPr>
            <a:lvl3pPr marL="1088136" indent="-173736">
              <a:spcAft>
                <a:spcPts val="400"/>
              </a:spcAft>
              <a:defRPr sz="1400"/>
            </a:lvl3pPr>
            <a:lvl4pPr marL="1609344" indent="-237744">
              <a:spcAft>
                <a:spcPts val="400"/>
              </a:spcAft>
              <a:defRPr sz="1400"/>
            </a:lvl4pPr>
            <a:lvl5pPr marL="2002536" indent="-173736"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0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8586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685800" y="891540"/>
            <a:ext cx="3931920" cy="3497580"/>
          </a:xfrm>
          <a:prstGeom prst="rect">
            <a:avLst/>
          </a:prstGeom>
        </p:spPr>
        <p:txBody>
          <a:bodyPr lIns="0" t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663440" y="891540"/>
            <a:ext cx="4023360" cy="3497580"/>
          </a:xfrm>
          <a:prstGeom prst="rect">
            <a:avLst/>
          </a:prstGeom>
        </p:spPr>
        <p:txBody>
          <a:bodyPr t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79513"/>
            <a:ext cx="8001000" cy="755374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pic>
        <p:nvPicPr>
          <p:cNvPr id="12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089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12" name="Content Placeholder 10"/>
          <p:cNvSpPr>
            <a:spLocks noGrp="1"/>
          </p:cNvSpPr>
          <p:nvPr>
            <p:ph sz="quarter" idx="12"/>
          </p:nvPr>
        </p:nvSpPr>
        <p:spPr>
          <a:xfrm>
            <a:off x="685800" y="891540"/>
            <a:ext cx="3931920" cy="3497580"/>
          </a:xfrm>
          <a:prstGeom prst="rect">
            <a:avLst/>
          </a:prstGeom>
        </p:spPr>
        <p:txBody>
          <a:bodyPr lIns="0" t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3"/>
          </p:nvPr>
        </p:nvSpPr>
        <p:spPr>
          <a:xfrm>
            <a:off x="4663440" y="891540"/>
            <a:ext cx="4023360" cy="3497580"/>
          </a:xfrm>
          <a:prstGeom prst="rect">
            <a:avLst/>
          </a:prstGeom>
        </p:spPr>
        <p:txBody>
          <a:bodyPr t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1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9574"/>
            <a:ext cx="8001000" cy="765314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lnSpc>
                <a:spcPts val="19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three lines of text.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337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and 2 labele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685800" y="1292087"/>
            <a:ext cx="3931920" cy="3097033"/>
          </a:xfrm>
          <a:prstGeom prst="rect">
            <a:avLst/>
          </a:prstGeom>
        </p:spPr>
        <p:txBody>
          <a:bodyPr lIns="0" rIns="0"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663440" y="1292087"/>
            <a:ext cx="4023360" cy="3097033"/>
          </a:xfrm>
          <a:prstGeom prst="rect">
            <a:avLst/>
          </a:prstGeom>
        </p:spPr>
        <p:txBody>
          <a:bodyPr/>
          <a:lstStyle>
            <a:lvl1pPr marL="237744" indent="-237744">
              <a:spcBef>
                <a:spcPts val="1600"/>
              </a:spcBef>
              <a:spcAft>
                <a:spcPts val="600"/>
              </a:spcAft>
              <a:defRPr sz="1800"/>
            </a:lvl1pPr>
            <a:lvl2pPr>
              <a:spcAft>
                <a:spcPts val="400"/>
              </a:spcAft>
              <a:defRPr sz="1400"/>
            </a:lvl2pPr>
            <a:lvl3pPr>
              <a:spcAft>
                <a:spcPts val="400"/>
              </a:spcAft>
              <a:defRPr sz="1400"/>
            </a:lvl3pPr>
            <a:lvl4pPr>
              <a:spcAft>
                <a:spcPts val="400"/>
              </a:spcAft>
              <a:defRPr sz="1400"/>
            </a:lvl4pPr>
            <a:lvl5pPr>
              <a:spcAft>
                <a:spcPts val="400"/>
              </a:spcAft>
              <a:buFont typeface="Arial" pitchFamily="34" charset="0"/>
              <a:buChar char="•"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5800" y="894520"/>
            <a:ext cx="3931920" cy="350851"/>
          </a:xfrm>
          <a:prstGeom prst="rect">
            <a:avLst/>
          </a:prstGeom>
        </p:spPr>
        <p:txBody>
          <a:bodyPr lIns="0" t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8"/>
          </p:nvPr>
        </p:nvSpPr>
        <p:spPr>
          <a:xfrm>
            <a:off x="4663440" y="894520"/>
            <a:ext cx="4023360" cy="350851"/>
          </a:xfrm>
          <a:prstGeom prst="rect">
            <a:avLst/>
          </a:prstGeom>
        </p:spPr>
        <p:txBody>
          <a:bodyPr tIns="0" rIns="0" bIns="0" anchor="b" anchorCtr="0"/>
          <a:lstStyle>
            <a:lvl1pPr marL="342900" marR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 algn="r"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pic>
        <p:nvPicPr>
          <p:cNvPr id="17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19"/>
          </p:nvPr>
        </p:nvSpPr>
        <p:spPr>
          <a:xfrm>
            <a:off x="666750" y="4793456"/>
            <a:ext cx="2808288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Presentation date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85800" y="91440"/>
            <a:ext cx="8001000" cy="743448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lnSpc>
                <a:spcPts val="19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8838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659636"/>
            <a:ext cx="8229600" cy="1117854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Section Title — click to edit</a:t>
            </a:r>
            <a:endParaRPr lang="en-US" dirty="0"/>
          </a:p>
        </p:txBody>
      </p:sp>
      <p:pic>
        <p:nvPicPr>
          <p:cNvPr id="8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  <a:br>
              <a:rPr lang="en-US" dirty="0" smtClean="0">
                <a:solidFill>
                  <a:srgbClr val="FFFFFF"/>
                </a:solidFill>
              </a:rPr>
            </a:b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7534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"/>
            <a:ext cx="8001000" cy="76630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text.</a:t>
            </a:r>
            <a:endParaRPr lang="en-US" dirty="0"/>
          </a:p>
        </p:txBody>
      </p:sp>
      <p:pic>
        <p:nvPicPr>
          <p:cNvPr id="10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  <a:br>
              <a:rPr lang="en-US" dirty="0" smtClean="0">
                <a:solidFill>
                  <a:srgbClr val="FFFFFF"/>
                </a:solidFill>
              </a:rPr>
            </a:b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0060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ong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pic>
        <p:nvPicPr>
          <p:cNvPr id="8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7624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style. You can have up to two lines of </a:t>
            </a:r>
            <a:br>
              <a:rPr lang="en-US" dirty="0" smtClean="0"/>
            </a:br>
            <a:r>
              <a:rPr lang="en-US" dirty="0" smtClean="0"/>
              <a:t>text.</a:t>
            </a:r>
            <a:endParaRPr lang="en-US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3186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line or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9" name="Chart Placeholder 8"/>
          <p:cNvSpPr>
            <a:spLocks noGrp="1"/>
          </p:cNvSpPr>
          <p:nvPr>
            <p:ph type="chart" sz="quarter" idx="12"/>
          </p:nvPr>
        </p:nvSpPr>
        <p:spPr>
          <a:xfrm>
            <a:off x="685800" y="1311965"/>
            <a:ext cx="8001000" cy="3077154"/>
          </a:xfrm>
          <a:prstGeom prst="rect">
            <a:avLst/>
          </a:prstGeom>
        </p:spPr>
        <p:txBody>
          <a:bodyPr lIns="0" tIns="0" rIns="0" bIns="0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lvl="0"/>
            <a:r>
              <a:rPr lang="en-US" noProof="0" dirty="0" smtClean="0"/>
              <a:t>Click icon to add chart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85800" y="840140"/>
            <a:ext cx="4005072" cy="411480"/>
          </a:xfrm>
          <a:prstGeom prst="rect">
            <a:avLst/>
          </a:prstGeom>
        </p:spPr>
        <p:txBody>
          <a:bodyPr lIns="0" t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800600" y="840140"/>
            <a:ext cx="3895344" cy="411480"/>
          </a:xfrm>
          <a:prstGeom prst="rect">
            <a:avLst/>
          </a:prstGeom>
        </p:spPr>
        <p:txBody>
          <a:bodyPr tIns="0" rIns="0" bIns="0" anchor="b" anchorCtr="0"/>
          <a:lstStyle>
            <a:lvl1pPr marL="342900" marR="0" indent="-34290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pic>
        <p:nvPicPr>
          <p:cNvPr id="15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66308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r>
              <a:rPr lang="en-US" dirty="0" smtClean="0"/>
              <a:t>This can span two lines</a:t>
            </a:r>
            <a:endParaRPr lang="en-US" dirty="0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19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0671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9" name="Chart Placeholder 8"/>
          <p:cNvSpPr>
            <a:spLocks noGrp="1"/>
          </p:cNvSpPr>
          <p:nvPr>
            <p:ph type="chart" sz="quarter" idx="12"/>
          </p:nvPr>
        </p:nvSpPr>
        <p:spPr>
          <a:xfrm>
            <a:off x="685800" y="1262271"/>
            <a:ext cx="8001000" cy="312685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lvl="0"/>
            <a:r>
              <a:rPr lang="en-US" noProof="0" dirty="0" smtClean="0"/>
              <a:t>Click icon to add chart</a:t>
            </a:r>
          </a:p>
        </p:txBody>
      </p:sp>
      <p:pic>
        <p:nvPicPr>
          <p:cNvPr id="12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685800" y="68579"/>
            <a:ext cx="8001000" cy="77624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5800" y="840140"/>
            <a:ext cx="4005072" cy="411480"/>
          </a:xfrm>
          <a:prstGeom prst="rect">
            <a:avLst/>
          </a:prstGeom>
        </p:spPr>
        <p:txBody>
          <a:bodyPr lIns="0" tIns="0" bIns="0" anchor="b" anchorCtr="0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/>
            </a:lvl1pPr>
            <a:lvl2pPr>
              <a:defRPr sz="12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9900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685800" y="834888"/>
            <a:ext cx="8001000" cy="3554232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pic>
        <p:nvPicPr>
          <p:cNvPr id="14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79"/>
            <a:ext cx="8001000" cy="766308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r>
              <a:rPr lang="en-US" dirty="0" smtClean="0"/>
              <a:t>This can span two lines</a:t>
            </a:r>
            <a:endParaRPr lang="en-US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85800" y="4457700"/>
            <a:ext cx="8001000" cy="205740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buFont typeface="Arial" panose="020B0604020202020204" pitchFamily="34" charset="0"/>
              <a:buNone/>
              <a:defRPr sz="1000" i="1"/>
            </a:lvl1pPr>
            <a:lvl2pPr>
              <a:buNone/>
              <a:defRPr sz="1200" i="1"/>
            </a:lvl2pPr>
            <a:lvl3pPr>
              <a:buNone/>
              <a:defRPr sz="1200" i="1"/>
            </a:lvl3pPr>
            <a:lvl4pPr>
              <a:buNone/>
              <a:defRPr sz="1200" i="1"/>
            </a:lvl4pPr>
            <a:lvl5pPr>
              <a:buNone/>
              <a:defRPr sz="12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1535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pic>
        <p:nvPicPr>
          <p:cNvPr id="7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5974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*full-screen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8824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red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2"/>
          <p:cNvCxnSpPr>
            <a:cxnSpLocks noChangeShapeType="1"/>
          </p:cNvCxnSpPr>
          <p:nvPr/>
        </p:nvCxnSpPr>
        <p:spPr bwMode="auto">
          <a:xfrm rot="5400000">
            <a:off x="506413" y="4909344"/>
            <a:ext cx="328613" cy="1588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79"/>
            <a:ext cx="8001000" cy="76630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85800" y="834887"/>
            <a:ext cx="8001000" cy="3417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400" i="1">
                <a:latin typeface="+mj-lt"/>
              </a:defRPr>
            </a:lvl1pPr>
            <a:lvl2pPr marL="457200" indent="0">
              <a:spcAft>
                <a:spcPts val="400"/>
              </a:spcAft>
              <a:buNone/>
              <a:defRPr sz="1600"/>
            </a:lvl2pPr>
            <a:lvl3pPr marL="914400" indent="0">
              <a:spcAft>
                <a:spcPts val="400"/>
              </a:spcAft>
              <a:buNone/>
              <a:defRPr sz="1600"/>
            </a:lvl3pPr>
            <a:lvl4pPr marL="1371600" indent="0">
              <a:spcAft>
                <a:spcPts val="400"/>
              </a:spcAft>
              <a:buNone/>
              <a:defRPr sz="1600"/>
            </a:lvl4pPr>
            <a:lvl5pPr marL="1828800" indent="0">
              <a:spcAft>
                <a:spcPts val="400"/>
              </a:spcAft>
              <a:buFont typeface="Arial" pitchFamily="34" charset="0"/>
              <a:buNone/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513" y="4772025"/>
            <a:ext cx="391148" cy="27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666750" y="4793456"/>
            <a:ext cx="7195102" cy="29527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</a:t>
            </a:r>
          </a:p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date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669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/>
          <p:cNvSpPr>
            <a:spLocks noChangeArrowheads="1"/>
          </p:cNvSpPr>
          <p:nvPr userDrawn="1"/>
        </p:nvSpPr>
        <p:spPr bwMode="auto">
          <a:xfrm>
            <a:off x="0" y="4785734"/>
            <a:ext cx="9144000" cy="365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1"/>
            <a:ext cx="9144000" cy="69056"/>
          </a:xfrm>
          <a:prstGeom prst="rect">
            <a:avLst/>
          </a:prstGeom>
          <a:solidFill>
            <a:srgbClr val="169DD8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5651287" y="4823534"/>
            <a:ext cx="12237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bg1"/>
                </a:solidFill>
              </a:rPr>
              <a:t>#IEO2021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971823" y="4823534"/>
            <a:ext cx="148037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00" dirty="0">
                <a:solidFill>
                  <a:schemeClr val="bg1"/>
                </a:solidFill>
                <a:latin typeface="+mn-lt"/>
              </a:rPr>
              <a:t>www.eia.gov/ieo</a:t>
            </a:r>
          </a:p>
        </p:txBody>
      </p:sp>
      <p:pic>
        <p:nvPicPr>
          <p:cNvPr id="16" name="Picture 2" descr="C:\Documents and Settings\MVO\Desktop\eia_logo_white-02.png"/>
          <p:cNvPicPr>
            <a:picLocks noChangeAspect="1" noChangeArrowheads="1"/>
          </p:cNvPicPr>
          <p:nvPr userDrawn="1"/>
        </p:nvPicPr>
        <p:blipFill>
          <a:blip r:embed="rId53" cstate="print"/>
          <a:srcRect/>
          <a:stretch>
            <a:fillRect/>
          </a:stretch>
        </p:blipFill>
        <p:spPr bwMode="auto">
          <a:xfrm>
            <a:off x="153125" y="4842273"/>
            <a:ext cx="351507" cy="2428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Straight Connector 12"/>
          <p:cNvCxnSpPr>
            <a:cxnSpLocks noChangeShapeType="1"/>
          </p:cNvCxnSpPr>
          <p:nvPr userDrawn="1"/>
        </p:nvCxnSpPr>
        <p:spPr bwMode="auto">
          <a:xfrm>
            <a:off x="6928994" y="4829380"/>
            <a:ext cx="0" cy="264893"/>
          </a:xfrm>
          <a:prstGeom prst="line">
            <a:avLst/>
          </a:prstGeom>
          <a:noFill/>
          <a:ln w="9525">
            <a:solidFill>
              <a:schemeClr val="bg1">
                <a:alpha val="39999"/>
              </a:schemeClr>
            </a:solidFill>
            <a:round/>
            <a:headEnd/>
            <a:tailEnd/>
          </a:ln>
        </p:spPr>
      </p:cxnSp>
      <p:sp>
        <p:nvSpPr>
          <p:cNvPr id="10" name="Oval 13"/>
          <p:cNvSpPr>
            <a:spLocks/>
          </p:cNvSpPr>
          <p:nvPr userDrawn="1"/>
        </p:nvSpPr>
        <p:spPr bwMode="auto">
          <a:xfrm>
            <a:off x="8732839" y="4842273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58" r:id="rId1"/>
    <p:sldLayoutId id="2147485272" r:id="rId2"/>
    <p:sldLayoutId id="2147485260" r:id="rId3"/>
    <p:sldLayoutId id="2147485261" r:id="rId4"/>
    <p:sldLayoutId id="2147485273" r:id="rId5"/>
    <p:sldLayoutId id="2147485275" r:id="rId6"/>
    <p:sldLayoutId id="2147485262" r:id="rId7"/>
    <p:sldLayoutId id="2147485263" r:id="rId8"/>
    <p:sldLayoutId id="2147485264" r:id="rId9"/>
    <p:sldLayoutId id="2147485265" r:id="rId10"/>
    <p:sldLayoutId id="2147485266" r:id="rId11"/>
    <p:sldLayoutId id="2147485267" r:id="rId12"/>
    <p:sldLayoutId id="2147485268" r:id="rId13"/>
    <p:sldLayoutId id="2147485269" r:id="rId14"/>
    <p:sldLayoutId id="2147485274" r:id="rId15"/>
    <p:sldLayoutId id="2147485281" r:id="rId16"/>
    <p:sldLayoutId id="2147485282" r:id="rId17"/>
    <p:sldLayoutId id="2147485285" r:id="rId18"/>
    <p:sldLayoutId id="2147485288" r:id="rId19"/>
    <p:sldLayoutId id="2147485289" r:id="rId20"/>
    <p:sldLayoutId id="2147485290" r:id="rId21"/>
    <p:sldLayoutId id="2147485291" r:id="rId22"/>
    <p:sldLayoutId id="2147485292" r:id="rId23"/>
    <p:sldLayoutId id="2147485293" r:id="rId24"/>
    <p:sldLayoutId id="2147485294" r:id="rId25"/>
    <p:sldLayoutId id="2147485297" r:id="rId26"/>
    <p:sldLayoutId id="2147485298" r:id="rId27"/>
    <p:sldLayoutId id="2147485299" r:id="rId28"/>
    <p:sldLayoutId id="2147485300" r:id="rId29"/>
    <p:sldLayoutId id="2147485301" r:id="rId30"/>
    <p:sldLayoutId id="2147485302" r:id="rId31"/>
    <p:sldLayoutId id="2147485303" r:id="rId32"/>
    <p:sldLayoutId id="2147485306" r:id="rId33"/>
    <p:sldLayoutId id="2147485307" r:id="rId34"/>
    <p:sldLayoutId id="2147485308" r:id="rId35"/>
    <p:sldLayoutId id="2147485309" r:id="rId36"/>
    <p:sldLayoutId id="2147485310" r:id="rId37"/>
    <p:sldLayoutId id="2147485313" r:id="rId38"/>
    <p:sldLayoutId id="2147485314" r:id="rId39"/>
    <p:sldLayoutId id="2147485315" r:id="rId40"/>
    <p:sldLayoutId id="2147485316" r:id="rId41"/>
    <p:sldLayoutId id="2147485317" r:id="rId42"/>
    <p:sldLayoutId id="2147485318" r:id="rId43"/>
    <p:sldLayoutId id="2147485319" r:id="rId44"/>
    <p:sldLayoutId id="2147485322" r:id="rId45"/>
    <p:sldLayoutId id="2147485323" r:id="rId46"/>
    <p:sldLayoutId id="2147485327" r:id="rId47"/>
    <p:sldLayoutId id="2147485330" r:id="rId48"/>
    <p:sldLayoutId id="2147485331" r:id="rId49"/>
    <p:sldLayoutId id="2147485332" r:id="rId50"/>
    <p:sldLayoutId id="2147485347" r:id="rId5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eia_ppt_bottombar.jpg"/>
          <p:cNvPicPr>
            <a:picLocks noChangeAspect="1"/>
          </p:cNvPicPr>
          <p:nvPr/>
        </p:nvPicPr>
        <p:blipFill>
          <a:blip r:embed="rId18" cstate="print"/>
          <a:srcRect t="10667" b="10667"/>
          <a:stretch>
            <a:fillRect/>
          </a:stretch>
        </p:blipFill>
        <p:spPr bwMode="auto">
          <a:xfrm>
            <a:off x="0" y="4669632"/>
            <a:ext cx="9144000" cy="47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1"/>
            <a:ext cx="9144000" cy="69056"/>
          </a:xfrm>
          <a:prstGeom prst="rect">
            <a:avLst/>
          </a:prstGeom>
          <a:solidFill>
            <a:srgbClr val="169DD8"/>
          </a:solidFill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750" y="4793456"/>
            <a:ext cx="2808288" cy="295275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i="1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Presenter name, Presentation location, Presentation date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3051" y="4814888"/>
            <a:ext cx="3841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84948DD1-5963-4816-BE5A-05BCCCAC15E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28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49" r:id="rId1"/>
    <p:sldLayoutId id="2147485350" r:id="rId2"/>
    <p:sldLayoutId id="2147485351" r:id="rId3"/>
    <p:sldLayoutId id="2147485352" r:id="rId4"/>
    <p:sldLayoutId id="2147485353" r:id="rId5"/>
    <p:sldLayoutId id="2147485354" r:id="rId6"/>
    <p:sldLayoutId id="2147485355" r:id="rId7"/>
    <p:sldLayoutId id="2147485356" r:id="rId8"/>
    <p:sldLayoutId id="2147485357" r:id="rId9"/>
    <p:sldLayoutId id="2147485358" r:id="rId10"/>
    <p:sldLayoutId id="2147485359" r:id="rId11"/>
    <p:sldLayoutId id="2147485360" r:id="rId12"/>
    <p:sldLayoutId id="2147485361" r:id="rId13"/>
    <p:sldLayoutId id="2147485362" r:id="rId14"/>
    <p:sldLayoutId id="2147485363" r:id="rId15"/>
    <p:sldLayoutId id="2147485364" r:id="rId16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1599" y="1266243"/>
            <a:ext cx="1833750" cy="1833750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3334876" y="1733274"/>
            <a:ext cx="5063114" cy="77624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1"/>
                </a:solidFill>
                <a:latin typeface="Times New Roman" pitchFamily="18" charset="0"/>
              </a:defRPr>
            </a:lvl9pPr>
          </a:lstStyle>
          <a:p>
            <a:r>
              <a:rPr lang="en-US" sz="4000" dirty="0" smtClean="0">
                <a:solidFill>
                  <a:schemeClr val="bg1"/>
                </a:solidFill>
              </a:rPr>
              <a:t>Industrial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98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s108sh3"/>
          <p:cNvGraphicFramePr>
            <a:graphicFrameLocks noGrp="1"/>
          </p:cNvGraphicFramePr>
          <p:nvPr>
            <p:ph sz="quarter" idx="12"/>
            <p:extLst/>
          </p:nvPr>
        </p:nvGraphicFramePr>
        <p:xfrm>
          <a:off x="685800" y="1292225"/>
          <a:ext cx="3932238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s108sh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392235"/>
              </p:ext>
            </p:extLst>
          </p:nvPr>
        </p:nvGraphicFramePr>
        <p:xfrm>
          <a:off x="4664075" y="1292225"/>
          <a:ext cx="4022725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 smtClean="0"/>
              <a:t>Industrial gross output growth</a:t>
            </a:r>
          </a:p>
          <a:p>
            <a:r>
              <a:rPr lang="en-US" sz="1100" dirty="0" smtClean="0"/>
              <a:t>year-over-year percentage </a:t>
            </a:r>
            <a:endParaRPr lang="en-US" sz="11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 lIns="0"/>
          <a:lstStyle/>
          <a:p>
            <a:r>
              <a:rPr lang="en-US" b="1" dirty="0" smtClean="0"/>
              <a:t>Industrial energy consumption</a:t>
            </a:r>
          </a:p>
          <a:p>
            <a:r>
              <a:rPr lang="en-US" sz="1100" dirty="0" smtClean="0"/>
              <a:t>quadrillion British thermal units</a:t>
            </a:r>
            <a:endParaRPr lang="en-US" sz="1100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Industrial economic growth and energy use</a:t>
            </a:r>
            <a:endParaRPr lang="en-US" sz="240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3" name="TextBox 6"/>
          <p:cNvSpPr txBox="1"/>
          <p:nvPr/>
        </p:nvSpPr>
        <p:spPr>
          <a:xfrm>
            <a:off x="7900988" y="2720530"/>
            <a:ext cx="638164" cy="1208533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accent5"/>
                </a:solidFill>
              </a:rPr>
              <a:t>non-OECD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accent3"/>
              </a:solidFill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accent3"/>
              </a:solidFill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accent1"/>
              </a:solidFill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accent1"/>
              </a:solidFill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tx2"/>
                </a:solidFill>
              </a:rPr>
              <a:t>OECD</a:t>
            </a:r>
          </a:p>
          <a:p>
            <a:endParaRPr lang="en-US" sz="675" b="1" dirty="0">
              <a:solidFill>
                <a:schemeClr val="accent2"/>
              </a:solidFill>
            </a:endParaRPr>
          </a:p>
          <a:p>
            <a:endParaRPr lang="en-US" sz="675" b="1" dirty="0">
              <a:solidFill>
                <a:schemeClr val="accent2"/>
              </a:solidFill>
            </a:endParaRPr>
          </a:p>
          <a:p>
            <a:endParaRPr lang="en-US" sz="675" b="1" dirty="0">
              <a:solidFill>
                <a:schemeClr val="accent2"/>
              </a:solidFill>
            </a:endParaRPr>
          </a:p>
          <a:p>
            <a:r>
              <a:rPr lang="en-US" sz="675" b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22" name="TextBox 1"/>
          <p:cNvSpPr txBox="1"/>
          <p:nvPr/>
        </p:nvSpPr>
        <p:spPr>
          <a:xfrm>
            <a:off x="1350952" y="1379621"/>
            <a:ext cx="1408523" cy="382183"/>
          </a:xfrm>
          <a:prstGeom prst="rect">
            <a:avLst/>
          </a:prstGeom>
          <a:ln w="22225">
            <a:noFill/>
          </a:ln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h</a:t>
            </a:r>
            <a:r>
              <a:rPr lang="en-US" sz="1200" dirty="0" smtClean="0"/>
              <a:t>istory   projections</a:t>
            </a:r>
            <a:endParaRPr lang="en-US" sz="12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95783" y="1379621"/>
            <a:ext cx="195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history   projections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7558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nergyintbyregion"/>
          <p:cNvGraphicFramePr>
            <a:graphicFrameLocks noGrp="1"/>
          </p:cNvGraphicFramePr>
          <p:nvPr>
            <p:ph type="chart" sz="quarter" idx="12"/>
            <p:extLst>
              <p:ext uri="{D42A27DB-BD31-4B8C-83A1-F6EECF244321}">
                <p14:modId xmlns:p14="http://schemas.microsoft.com/office/powerpoint/2010/main" val="363113305"/>
              </p:ext>
            </p:extLst>
          </p:nvPr>
        </p:nvGraphicFramePr>
        <p:xfrm>
          <a:off x="685800" y="1311275"/>
          <a:ext cx="8150382" cy="3078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 wrap="none"/>
          <a:lstStyle/>
          <a:p>
            <a:r>
              <a:rPr lang="en-US" b="1" dirty="0" smtClean="0"/>
              <a:t>Share of energy-intensive manufacturing gross output by region</a:t>
            </a:r>
            <a:r>
              <a:rPr lang="en-US" b="1" dirty="0"/>
              <a:t> </a:t>
            </a:r>
            <a:endParaRPr lang="en-US" dirty="0" smtClean="0"/>
          </a:p>
          <a:p>
            <a:r>
              <a:rPr lang="en-US" sz="1100" dirty="0" smtClean="0"/>
              <a:t>percentage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Global shares of industrial economic output</a:t>
            </a:r>
            <a:endParaRPr lang="en-US" sz="24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1"/>
          <p:cNvSpPr txBox="1"/>
          <p:nvPr/>
        </p:nvSpPr>
        <p:spPr>
          <a:xfrm>
            <a:off x="3201714" y="1124566"/>
            <a:ext cx="1607549" cy="390632"/>
          </a:xfrm>
          <a:prstGeom prst="rect">
            <a:avLst/>
          </a:prstGeom>
        </p:spPr>
        <p:txBody>
          <a:bodyPr wrap="none" lIns="0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history   projections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0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s106sh4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988455830"/>
              </p:ext>
            </p:extLst>
          </p:nvPr>
        </p:nvGraphicFramePr>
        <p:xfrm>
          <a:off x="685800" y="1292225"/>
          <a:ext cx="3932238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21b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94494656"/>
              </p:ext>
            </p:extLst>
          </p:nvPr>
        </p:nvGraphicFramePr>
        <p:xfrm>
          <a:off x="4664075" y="1292225"/>
          <a:ext cx="4022725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 smtClean="0"/>
              <a:t>Energy consumption by industry, world</a:t>
            </a:r>
          </a:p>
          <a:p>
            <a:r>
              <a:rPr lang="en-US" sz="1100" dirty="0" smtClean="0"/>
              <a:t>quadrillion British thermal units</a:t>
            </a:r>
            <a:endParaRPr lang="en-US" sz="11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 lIns="0"/>
          <a:lstStyle/>
          <a:p>
            <a:r>
              <a:rPr lang="en-US" b="1" dirty="0" smtClean="0"/>
              <a:t>Gross output by sector, world</a:t>
            </a:r>
          </a:p>
          <a:p>
            <a:r>
              <a:rPr lang="en-US" sz="1100" dirty="0" smtClean="0"/>
              <a:t>trillion 2015 dollars, purchasing power parity (PPP)</a:t>
            </a:r>
            <a:endParaRPr lang="en-US" sz="1100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Industrial energy use and economic growth by industry type</a:t>
            </a:r>
            <a:endParaRPr lang="en-US" sz="240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TextBox 1"/>
          <p:cNvSpPr txBox="1"/>
          <p:nvPr/>
        </p:nvSpPr>
        <p:spPr>
          <a:xfrm>
            <a:off x="1200482" y="1389425"/>
            <a:ext cx="1451278" cy="222422"/>
          </a:xfrm>
          <a:prstGeom prst="rect">
            <a:avLst/>
          </a:prstGeom>
        </p:spPr>
        <p:txBody>
          <a:bodyPr wrap="none" lIns="0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      history</a:t>
            </a:r>
            <a:r>
              <a:rPr lang="en-US" sz="1200" dirty="0"/>
              <a:t> </a:t>
            </a:r>
            <a:r>
              <a:rPr lang="en-US" sz="1200" dirty="0" smtClean="0"/>
              <a:t>  projections</a:t>
            </a:r>
            <a:endParaRPr lang="en-US" sz="1200" dirty="0"/>
          </a:p>
        </p:txBody>
      </p:sp>
      <p:sp>
        <p:nvSpPr>
          <p:cNvPr id="23" name="TextBox 1"/>
          <p:cNvSpPr txBox="1"/>
          <p:nvPr/>
        </p:nvSpPr>
        <p:spPr>
          <a:xfrm>
            <a:off x="7451002" y="1606592"/>
            <a:ext cx="1197301" cy="2642070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1200" b="1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 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(non-industrial </a:t>
            </a: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sector)</a:t>
            </a: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nergy-intensive </a:t>
            </a:r>
            <a:endParaRPr lang="en-US" sz="1200" b="1" dirty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manufacturing</a:t>
            </a:r>
          </a:p>
          <a:p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200" b="1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on-energy- </a:t>
            </a:r>
            <a:endParaRPr lang="en-US" sz="120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intensive</a:t>
            </a:r>
            <a:b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manufacturing</a:t>
            </a:r>
          </a:p>
          <a:p>
            <a:r>
              <a:rPr lang="en-US" sz="12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on-manufacturing</a:t>
            </a:r>
            <a:endParaRPr lang="en-US" sz="12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25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  <p:sp>
        <p:nvSpPr>
          <p:cNvPr id="15" name="TextBox 28"/>
          <p:cNvSpPr txBox="1"/>
          <p:nvPr/>
        </p:nvSpPr>
        <p:spPr>
          <a:xfrm flipH="1">
            <a:off x="3250387" y="1648974"/>
            <a:ext cx="1386900" cy="2740464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1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12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1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energy intensive</a:t>
            </a:r>
          </a:p>
          <a:p>
            <a:r>
              <a:rPr lang="en-US" sz="1200" b="1" baseline="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manufacturing</a:t>
            </a:r>
            <a:endParaRPr lang="en-US" sz="1200" b="1" baseline="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eaLnBrk="1" fontAlgn="auto" latinLnBrk="0" hangingPunct="1"/>
            <a:endParaRPr lang="en-US" sz="1200" b="1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eaLnBrk="1" fontAlgn="auto" latinLnBrk="0" hangingPunct="1"/>
            <a:r>
              <a:rPr lang="en-US" sz="1200" b="1" dirty="0">
                <a:solidFill>
                  <a:schemeClr val="accent3"/>
                </a:solidFill>
              </a:rPr>
              <a:t>n</a:t>
            </a:r>
            <a:r>
              <a:rPr lang="en-US" sz="1200" b="1" dirty="0" smtClean="0">
                <a:solidFill>
                  <a:schemeClr val="accent3"/>
                </a:solidFill>
                <a:effectLst/>
              </a:rPr>
              <a:t>on-energy-</a:t>
            </a:r>
            <a:endParaRPr lang="en-US" sz="1200" dirty="0">
              <a:solidFill>
                <a:schemeClr val="accent3"/>
              </a:solidFill>
              <a:effectLst/>
            </a:endParaRPr>
          </a:p>
          <a:p>
            <a:pPr eaLnBrk="1" fontAlgn="auto" latinLnBrk="0" hangingPunct="1"/>
            <a:r>
              <a:rPr lang="en-US" sz="1200" b="1" dirty="0" smtClean="0">
                <a:solidFill>
                  <a:schemeClr val="accent3"/>
                </a:solidFill>
                <a:effectLst/>
              </a:rPr>
              <a:t>intensive</a:t>
            </a:r>
            <a:br>
              <a:rPr lang="en-US" sz="1200" b="1" dirty="0" smtClean="0">
                <a:solidFill>
                  <a:schemeClr val="accent3"/>
                </a:solidFill>
                <a:effectLst/>
              </a:rPr>
            </a:br>
            <a:r>
              <a:rPr lang="en-US" sz="1200" b="1" dirty="0" smtClean="0">
                <a:solidFill>
                  <a:schemeClr val="accent3"/>
                </a:solidFill>
                <a:effectLst/>
              </a:rPr>
              <a:t>manufacturing</a:t>
            </a:r>
            <a:endParaRPr lang="en-US" sz="1200" dirty="0">
              <a:solidFill>
                <a:schemeClr val="accent3"/>
              </a:solidFill>
              <a:effectLst/>
            </a:endParaRPr>
          </a:p>
          <a:p>
            <a:endParaRPr lang="en-US" sz="1200" b="1" baseline="0" dirty="0" smtClean="0">
              <a:solidFill>
                <a:schemeClr val="accent1"/>
              </a:solidFill>
            </a:endParaRPr>
          </a:p>
          <a:p>
            <a:r>
              <a:rPr lang="en-US" sz="1200" b="1" dirty="0" smtClean="0">
                <a:solidFill>
                  <a:schemeClr val="accent3">
                    <a:lumMod val="50000"/>
                  </a:schemeClr>
                </a:solidFill>
              </a:rPr>
              <a:t>non-</a:t>
            </a:r>
          </a:p>
          <a:p>
            <a:r>
              <a:rPr lang="en-US" sz="1200" b="1" dirty="0" smtClean="0">
                <a:solidFill>
                  <a:schemeClr val="accent3">
                    <a:lumMod val="50000"/>
                  </a:schemeClr>
                </a:solidFill>
              </a:rPr>
              <a:t>manufacturing</a:t>
            </a:r>
          </a:p>
          <a:p>
            <a:endParaRPr lang="en-US" sz="1200" b="1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15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Industrial_GO_nim_OECD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301490235"/>
              </p:ext>
            </p:extLst>
          </p:nvPr>
        </p:nvGraphicFramePr>
        <p:xfrm>
          <a:off x="4617721" y="1197569"/>
          <a:ext cx="3394166" cy="3213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Industrial_GO_eim_OECD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7144903"/>
              </p:ext>
            </p:extLst>
          </p:nvPr>
        </p:nvGraphicFramePr>
        <p:xfrm>
          <a:off x="685800" y="1197569"/>
          <a:ext cx="3293269" cy="318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5800" y="894519"/>
            <a:ext cx="3613638" cy="484632"/>
          </a:xfrm>
        </p:spPr>
        <p:txBody>
          <a:bodyPr lIns="0" rIns="91440"/>
          <a:lstStyle/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b="1" dirty="0"/>
              <a:t>Shares </a:t>
            </a:r>
            <a:r>
              <a:rPr lang="en-US" b="1" dirty="0" smtClean="0"/>
              <a:t>of </a:t>
            </a:r>
            <a:r>
              <a:rPr lang="en-US" b="1" dirty="0"/>
              <a:t>gross economic output by </a:t>
            </a:r>
            <a:r>
              <a:rPr lang="en-US" b="1" dirty="0" smtClean="0"/>
              <a:t>sector, OECD</a:t>
            </a:r>
            <a:endParaRPr lang="en-US" b="1" dirty="0"/>
          </a:p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sz="1100" dirty="0" smtClean="0"/>
              <a:t>percentage</a:t>
            </a:r>
            <a:endParaRPr lang="en-US" sz="110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663440" y="894519"/>
            <a:ext cx="3439888" cy="484632"/>
          </a:xfrm>
        </p:spPr>
        <p:txBody>
          <a:bodyPr lIns="0" rIns="91440"/>
          <a:lstStyle/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b="1" dirty="0"/>
              <a:t>Shares of gross economic output by </a:t>
            </a:r>
            <a:r>
              <a:rPr lang="en-US" b="1" dirty="0" smtClean="0"/>
              <a:t>sector, non-OECD</a:t>
            </a:r>
            <a:endParaRPr lang="en-US" b="1" dirty="0"/>
          </a:p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sz="1100" dirty="0" smtClean="0"/>
              <a:t>percentage</a:t>
            </a:r>
            <a:endParaRPr lang="en-US" sz="11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Share </a:t>
            </a:r>
            <a:r>
              <a:rPr lang="en-US" sz="2400" dirty="0"/>
              <a:t>of industrial economic output by industry type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908639" y="1705607"/>
            <a:ext cx="13796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</a:rPr>
              <a:t>services</a:t>
            </a:r>
          </a:p>
          <a:p>
            <a:endParaRPr lang="en-US" sz="1200" b="1" dirty="0" smtClean="0"/>
          </a:p>
          <a:p>
            <a:endParaRPr lang="en-US" sz="1200" b="1" dirty="0" smtClean="0"/>
          </a:p>
          <a:p>
            <a:endParaRPr lang="en-US" sz="600" b="1" dirty="0"/>
          </a:p>
          <a:p>
            <a:endParaRPr lang="en-US" sz="1200" b="1" dirty="0" smtClean="0"/>
          </a:p>
          <a:p>
            <a:r>
              <a:rPr lang="en-US" sz="1200" b="1" dirty="0">
                <a:solidFill>
                  <a:schemeClr val="accent3">
                    <a:lumMod val="50000"/>
                  </a:schemeClr>
                </a:solidFill>
              </a:rPr>
              <a:t>n</a:t>
            </a:r>
            <a:r>
              <a:rPr lang="en-US" sz="1200" b="1" dirty="0" smtClean="0">
                <a:solidFill>
                  <a:schemeClr val="accent3">
                    <a:lumMod val="50000"/>
                  </a:schemeClr>
                </a:solidFill>
              </a:rPr>
              <a:t>on-manufacturing</a:t>
            </a:r>
          </a:p>
          <a:p>
            <a:r>
              <a:rPr lang="en-US" sz="1200" b="1" dirty="0" smtClean="0">
                <a:solidFill>
                  <a:schemeClr val="accent3">
                    <a:lumMod val="75000"/>
                  </a:schemeClr>
                </a:solidFill>
              </a:rPr>
              <a:t>non-energy- intensive manufacturing</a:t>
            </a:r>
          </a:p>
          <a:p>
            <a:r>
              <a:rPr lang="en-US" sz="12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energy- intensive manufacturing</a:t>
            </a:r>
          </a:p>
          <a:p>
            <a:endParaRPr lang="en-US" sz="1200" b="1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ecdindustrial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720216989"/>
              </p:ext>
            </p:extLst>
          </p:nvPr>
        </p:nvGraphicFramePr>
        <p:xfrm>
          <a:off x="685800" y="1292225"/>
          <a:ext cx="3932238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nonoecdindustrial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98915798"/>
              </p:ext>
            </p:extLst>
          </p:nvPr>
        </p:nvGraphicFramePr>
        <p:xfrm>
          <a:off x="4664075" y="1292225"/>
          <a:ext cx="4022725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85800" y="894519"/>
            <a:ext cx="3840480" cy="484632"/>
          </a:xfrm>
        </p:spPr>
        <p:txBody>
          <a:bodyPr rIns="91440"/>
          <a:lstStyle/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b="1" dirty="0"/>
              <a:t>Industrial sector energy consumption by </a:t>
            </a:r>
            <a:r>
              <a:rPr lang="en-US" b="1" dirty="0" smtClean="0"/>
              <a:t>source, OECD</a:t>
            </a:r>
            <a:endParaRPr lang="en-US" b="1" dirty="0"/>
          </a:p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sz="1100" dirty="0"/>
              <a:t>quadrillion British thermal </a:t>
            </a:r>
            <a:r>
              <a:rPr lang="en-US" sz="1100" dirty="0" smtClean="0"/>
              <a:t>units</a:t>
            </a:r>
            <a:endParaRPr lang="en-US" sz="110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663440" y="894519"/>
            <a:ext cx="3840480" cy="484632"/>
          </a:xfrm>
        </p:spPr>
        <p:txBody>
          <a:bodyPr lIns="0" rIns="91440"/>
          <a:lstStyle/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b="1" dirty="0"/>
              <a:t>Industrial sector energy consumption by </a:t>
            </a:r>
            <a:r>
              <a:rPr lang="en-US" b="1" dirty="0" smtClean="0"/>
              <a:t>source, </a:t>
            </a:r>
          </a:p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b="1" dirty="0" smtClean="0"/>
              <a:t>non-OECD</a:t>
            </a:r>
            <a:endParaRPr lang="en-US" b="1" dirty="0"/>
          </a:p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sz="1100" dirty="0"/>
              <a:t>quadrillion British thermal </a:t>
            </a:r>
            <a:r>
              <a:rPr lang="en-US" sz="1100" dirty="0" smtClean="0"/>
              <a:t>units</a:t>
            </a:r>
            <a:endParaRPr lang="en-US" sz="11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Industrial energy consumption by source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1"/>
          <p:cNvSpPr txBox="1"/>
          <p:nvPr/>
        </p:nvSpPr>
        <p:spPr>
          <a:xfrm>
            <a:off x="1359490" y="1528092"/>
            <a:ext cx="1451278" cy="222422"/>
          </a:xfrm>
          <a:prstGeom prst="rect">
            <a:avLst/>
          </a:prstGeom>
        </p:spPr>
        <p:txBody>
          <a:bodyPr wrap="none" lIns="0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h</a:t>
            </a:r>
            <a:r>
              <a:rPr lang="en-US" sz="1200" dirty="0" smtClean="0"/>
              <a:t>istory    projections</a:t>
            </a:r>
            <a:endParaRPr lang="en-US" sz="1200" dirty="0"/>
          </a:p>
        </p:txBody>
      </p:sp>
      <p:sp>
        <p:nvSpPr>
          <p:cNvPr id="11" name="TextBox 1"/>
          <p:cNvSpPr txBox="1"/>
          <p:nvPr/>
        </p:nvSpPr>
        <p:spPr>
          <a:xfrm>
            <a:off x="8016257" y="1753973"/>
            <a:ext cx="824133" cy="2195124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200" b="1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enewables</a:t>
            </a:r>
            <a:endParaRPr lang="en-US" sz="120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2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atural </a:t>
            </a:r>
            <a:r>
              <a:rPr lang="en-US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</a:p>
          <a:p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lectricity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2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iquids</a:t>
            </a:r>
            <a:endParaRPr lang="en-US" sz="1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oal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5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181600" y="1528092"/>
            <a:ext cx="2077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</a:t>
            </a:r>
            <a:r>
              <a:rPr lang="en-US" sz="1200" dirty="0" smtClean="0"/>
              <a:t>istory    projections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98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indcoalconsump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578153475"/>
              </p:ext>
            </p:extLst>
          </p:nvPr>
        </p:nvGraphicFramePr>
        <p:xfrm>
          <a:off x="619260" y="1292225"/>
          <a:ext cx="3998778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ind_india_consump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77258648"/>
              </p:ext>
            </p:extLst>
          </p:nvPr>
        </p:nvGraphicFramePr>
        <p:xfrm>
          <a:off x="4664075" y="1292225"/>
          <a:ext cx="4022725" cy="3097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/>
              <a:t>Industrial coal consumption</a:t>
            </a:r>
          </a:p>
          <a:p>
            <a:r>
              <a:rPr lang="en-US" sz="1100" dirty="0"/>
              <a:t>quadrillion British thermal units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/>
        <p:txBody>
          <a:bodyPr lIns="0"/>
          <a:lstStyle/>
          <a:p>
            <a:r>
              <a:rPr lang="en-US" b="1" dirty="0"/>
              <a:t>Industrial energy consumption, India</a:t>
            </a:r>
          </a:p>
          <a:p>
            <a:r>
              <a:rPr lang="en-US" sz="1100" dirty="0"/>
              <a:t>quadrillion British thermal units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Industrial coal consumption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1"/>
          <p:cNvSpPr txBox="1"/>
          <p:nvPr/>
        </p:nvSpPr>
        <p:spPr>
          <a:xfrm>
            <a:off x="1101683" y="1382383"/>
            <a:ext cx="1359545" cy="298662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history   projections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88512" y="1404046"/>
            <a:ext cx="1772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history   projections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173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ind_oecd_region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62256015"/>
              </p:ext>
            </p:extLst>
          </p:nvPr>
        </p:nvGraphicFramePr>
        <p:xfrm>
          <a:off x="685482" y="1398385"/>
          <a:ext cx="3932238" cy="2991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ind_nonoecd_region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93378364"/>
              </p:ext>
            </p:extLst>
          </p:nvPr>
        </p:nvGraphicFramePr>
        <p:xfrm>
          <a:off x="4664075" y="1447461"/>
          <a:ext cx="4215765" cy="2941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685800" y="894519"/>
            <a:ext cx="3840480" cy="475488"/>
          </a:xfrm>
        </p:spPr>
        <p:txBody>
          <a:bodyPr rIns="91440"/>
          <a:lstStyle/>
          <a:p>
            <a:pPr marL="0">
              <a:lnSpc>
                <a:spcPct val="90000"/>
              </a:lnSpc>
              <a:spcBef>
                <a:spcPts val="0"/>
              </a:spcBef>
            </a:pPr>
            <a:r>
              <a:rPr lang="en-US" b="1" dirty="0" smtClean="0"/>
              <a:t>Industrial energy consumption, OECD</a:t>
            </a:r>
          </a:p>
          <a:p>
            <a:pPr marL="0">
              <a:lnSpc>
                <a:spcPct val="90000"/>
              </a:lnSpc>
              <a:spcBef>
                <a:spcPts val="0"/>
              </a:spcBef>
            </a:pPr>
            <a:r>
              <a:rPr lang="en-US" sz="1100" dirty="0" smtClean="0"/>
              <a:t>quadrillion British thermal units</a:t>
            </a:r>
            <a:endParaRPr lang="en-US" sz="11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/>
          </p:nvPr>
        </p:nvSpPr>
        <p:spPr>
          <a:xfrm>
            <a:off x="4663440" y="894520"/>
            <a:ext cx="3840480" cy="475488"/>
          </a:xfrm>
        </p:spPr>
        <p:txBody>
          <a:bodyPr rIns="91440"/>
          <a:lstStyle/>
          <a:p>
            <a:pPr marL="0">
              <a:lnSpc>
                <a:spcPct val="90000"/>
              </a:lnSpc>
              <a:spcBef>
                <a:spcPts val="0"/>
              </a:spcBef>
            </a:pPr>
            <a:r>
              <a:rPr lang="en-US" b="1" dirty="0"/>
              <a:t>Industrial energy </a:t>
            </a:r>
            <a:r>
              <a:rPr lang="en-US" b="1" dirty="0" smtClean="0"/>
              <a:t>consumption, non-OECD</a:t>
            </a:r>
            <a:endParaRPr lang="en-US" b="1" dirty="0"/>
          </a:p>
          <a:p>
            <a:pPr marL="0">
              <a:lnSpc>
                <a:spcPct val="90000"/>
              </a:lnSpc>
              <a:spcBef>
                <a:spcPts val="0"/>
              </a:spcBef>
            </a:pPr>
            <a:r>
              <a:rPr lang="en-US" sz="1100" dirty="0"/>
              <a:t>quadrillion British thermal </a:t>
            </a:r>
            <a:r>
              <a:rPr lang="en-US" sz="1100" dirty="0" smtClean="0"/>
              <a:t>units</a:t>
            </a:r>
            <a:endParaRPr lang="en-US" sz="1100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Industrial energy consumption by region</a:t>
            </a:r>
            <a:endParaRPr lang="en-US" sz="240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2" name="TextBox 1"/>
          <p:cNvSpPr txBox="1"/>
          <p:nvPr/>
        </p:nvSpPr>
        <p:spPr>
          <a:xfrm>
            <a:off x="1486289" y="1624406"/>
            <a:ext cx="1377137" cy="261514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  history    projections</a:t>
            </a:r>
            <a:endParaRPr lang="en-US" sz="12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34526" y="1631505"/>
            <a:ext cx="1740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history    projections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5443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mv_production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906411960"/>
              </p:ext>
            </p:extLst>
          </p:nvPr>
        </p:nvGraphicFramePr>
        <p:xfrm>
          <a:off x="685800" y="1457324"/>
          <a:ext cx="3932238" cy="2932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non ferrous production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27327294"/>
              </p:ext>
            </p:extLst>
          </p:nvPr>
        </p:nvGraphicFramePr>
        <p:xfrm>
          <a:off x="4664075" y="1457325"/>
          <a:ext cx="3862304" cy="2932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85800" y="876324"/>
            <a:ext cx="3931920" cy="562804"/>
          </a:xfrm>
        </p:spPr>
        <p:txBody>
          <a:bodyPr wrap="square"/>
          <a:lstStyle/>
          <a:p>
            <a:pPr marL="0"/>
            <a:r>
              <a:rPr lang="en-US" b="1" dirty="0" smtClean="0"/>
              <a:t>Energy consumption, non-OECD motor vehicle production</a:t>
            </a:r>
          </a:p>
          <a:p>
            <a:pPr marL="0"/>
            <a:r>
              <a:rPr lang="en-US" sz="1100" dirty="0" smtClean="0"/>
              <a:t>quadrillion British thermal units</a:t>
            </a:r>
            <a:endParaRPr lang="en-US" sz="11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4663440" y="960766"/>
            <a:ext cx="4023360" cy="478362"/>
          </a:xfrm>
        </p:spPr>
        <p:txBody>
          <a:bodyPr lIns="0" numCol="1"/>
          <a:lstStyle/>
          <a:p>
            <a:pPr marL="0"/>
            <a:r>
              <a:rPr lang="en-US" b="1" dirty="0" smtClean="0"/>
              <a:t>Energy consumption, non-OECD nonferrous metals production</a:t>
            </a:r>
          </a:p>
          <a:p>
            <a:pPr marL="0"/>
            <a:r>
              <a:rPr lang="en-US" sz="1100" dirty="0" smtClean="0"/>
              <a:t>quadrillion British thermal units</a:t>
            </a:r>
            <a:endParaRPr lang="en-US" sz="1100" dirty="0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685799" y="91440"/>
            <a:ext cx="8295107" cy="743448"/>
          </a:xfrm>
        </p:spPr>
        <p:txBody>
          <a:bodyPr/>
          <a:lstStyle/>
          <a:p>
            <a:r>
              <a:rPr lang="en-US" sz="2400" dirty="0" smtClean="0"/>
              <a:t>Motor vehicle and non ferrous metals production energy use by fuel, non-OECD</a:t>
            </a:r>
            <a:endParaRPr lang="en-US" sz="2400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1"/>
          <p:cNvSpPr txBox="1"/>
          <p:nvPr/>
        </p:nvSpPr>
        <p:spPr>
          <a:xfrm>
            <a:off x="8181474" y="1901983"/>
            <a:ext cx="799433" cy="2307431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accent4"/>
                </a:solidFill>
              </a:rPr>
              <a:t>e</a:t>
            </a:r>
            <a:r>
              <a:rPr lang="en-US" sz="1200" b="1" dirty="0" smtClean="0">
                <a:solidFill>
                  <a:schemeClr val="accent4"/>
                </a:solidFill>
              </a:rPr>
              <a:t>lectricity</a:t>
            </a:r>
            <a:endParaRPr lang="en-US" sz="1200" b="1" dirty="0">
              <a:solidFill>
                <a:schemeClr val="accent4"/>
              </a:solidFill>
            </a:endParaRP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c</a:t>
            </a:r>
            <a:r>
              <a:rPr lang="en-US" sz="1200" b="1" dirty="0" smtClean="0"/>
              <a:t>oal</a:t>
            </a:r>
            <a:endParaRPr lang="en-US" sz="1200" b="1" dirty="0"/>
          </a:p>
          <a:p>
            <a:r>
              <a:rPr lang="en-US" sz="1200" b="1" dirty="0">
                <a:solidFill>
                  <a:schemeClr val="accent1"/>
                </a:solidFill>
              </a:rPr>
              <a:t>n</a:t>
            </a:r>
            <a:r>
              <a:rPr lang="en-US" sz="1200" b="1" dirty="0" smtClean="0">
                <a:solidFill>
                  <a:schemeClr val="accent1"/>
                </a:solidFill>
              </a:rPr>
              <a:t>atural </a:t>
            </a:r>
            <a:r>
              <a:rPr lang="en-US" sz="1200" b="1" dirty="0">
                <a:solidFill>
                  <a:schemeClr val="accent1"/>
                </a:solidFill>
              </a:rPr>
              <a:t>gas</a:t>
            </a:r>
          </a:p>
          <a:p>
            <a:r>
              <a:rPr lang="en-US" sz="1200" b="1" dirty="0" smtClean="0">
                <a:solidFill>
                  <a:schemeClr val="accent2"/>
                </a:solidFill>
              </a:rPr>
              <a:t>liquid fuels</a:t>
            </a:r>
            <a:endParaRPr lang="en-US" sz="1200" b="1" dirty="0">
              <a:solidFill>
                <a:schemeClr val="accent2"/>
              </a:solidFill>
            </a:endParaRPr>
          </a:p>
          <a:p>
            <a:endParaRPr lang="en-US" sz="600" b="1" dirty="0">
              <a:solidFill>
                <a:schemeClr val="accent4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1081213" y="1543050"/>
            <a:ext cx="1812757" cy="207168"/>
          </a:xfrm>
          <a:prstGeom prst="rect">
            <a:avLst/>
          </a:prstGeom>
        </p:spPr>
        <p:txBody>
          <a:bodyPr wrap="none" tIns="0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    history   projections</a:t>
            </a:r>
            <a:endParaRPr lang="en-US" sz="1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54314" y="1517650"/>
            <a:ext cx="1884947" cy="230832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en-US" sz="1200" dirty="0" smtClean="0"/>
              <a:t>    history   projections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0858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IndexedIndIntens"/>
          <p:cNvGraphicFramePr>
            <a:graphicFrameLocks noGrp="1"/>
          </p:cNvGraphicFramePr>
          <p:nvPr>
            <p:ph type="chart" sz="quarter" idx="12"/>
            <p:extLst>
              <p:ext uri="{D42A27DB-BD31-4B8C-83A1-F6EECF244321}">
                <p14:modId xmlns:p14="http://schemas.microsoft.com/office/powerpoint/2010/main" val="716538819"/>
              </p:ext>
            </p:extLst>
          </p:nvPr>
        </p:nvGraphicFramePr>
        <p:xfrm>
          <a:off x="670560" y="1330860"/>
          <a:ext cx="8260080" cy="2855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b="1" dirty="0" smtClean="0"/>
              <a:t>Regional industrial energy intensity</a:t>
            </a:r>
            <a:endParaRPr lang="en-US" b="1" dirty="0"/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100" dirty="0" smtClean="0"/>
              <a:t>index, 2020 = 1.0</a:t>
            </a:r>
            <a:endParaRPr lang="en-US" sz="11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Changes in industrial energy intensity</a:t>
            </a:r>
            <a:endParaRPr lang="en-US" sz="24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smtClean="0"/>
              <a:t>Note:  Maximum and minimum refers to the highest </a:t>
            </a:r>
            <a:r>
              <a:rPr lang="en-US" dirty="0"/>
              <a:t>or lowest </a:t>
            </a:r>
            <a:r>
              <a:rPr lang="en-US" dirty="0" smtClean="0"/>
              <a:t>IEO2021 </a:t>
            </a:r>
            <a:r>
              <a:rPr lang="en-US" dirty="0"/>
              <a:t>region within or outside the </a:t>
            </a:r>
            <a:r>
              <a:rPr lang="en-US" dirty="0" smtClean="0"/>
              <a:t>OECD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80C5C9-96E0-47EC-B500-37C5FE28463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5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ECINO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288492031"/>
              </p:ext>
            </p:extLst>
          </p:nvPr>
        </p:nvGraphicFramePr>
        <p:xfrm>
          <a:off x="4607561" y="1204503"/>
          <a:ext cx="3394166" cy="3213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ECI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889271"/>
              </p:ext>
            </p:extLst>
          </p:nvPr>
        </p:nvGraphicFramePr>
        <p:xfrm>
          <a:off x="685800" y="1197569"/>
          <a:ext cx="3293269" cy="318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5800" y="894519"/>
            <a:ext cx="3613638" cy="484632"/>
          </a:xfrm>
        </p:spPr>
        <p:txBody>
          <a:bodyPr lIns="0" rIns="91440"/>
          <a:lstStyle/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b="1" dirty="0" smtClean="0"/>
              <a:t>Energy consumption by industry, OECD</a:t>
            </a:r>
            <a:endParaRPr lang="en-US" b="1" dirty="0"/>
          </a:p>
          <a:p>
            <a:r>
              <a:rPr lang="en-US" sz="1100" dirty="0"/>
              <a:t>quadrillion British thermal units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663440" y="894519"/>
            <a:ext cx="3439888" cy="484632"/>
          </a:xfrm>
        </p:spPr>
        <p:txBody>
          <a:bodyPr lIns="0" rIns="91440"/>
          <a:lstStyle/>
          <a:p>
            <a:pPr marL="0" indent="-347472">
              <a:lnSpc>
                <a:spcPct val="90000"/>
              </a:lnSpc>
              <a:spcBef>
                <a:spcPts val="0"/>
              </a:spcBef>
            </a:pPr>
            <a:r>
              <a:rPr lang="en-US" b="1" dirty="0" smtClean="0"/>
              <a:t>Energy consumption by industry, non-OECD</a:t>
            </a:r>
            <a:endParaRPr lang="en-US" b="1" dirty="0"/>
          </a:p>
          <a:p>
            <a:r>
              <a:rPr lang="en-US" sz="1100" dirty="0"/>
              <a:t>quadrillion British thermal units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Energy consumption by industry</a:t>
            </a:r>
            <a:endParaRPr lang="en-US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4948DD1-5963-4816-BE5A-05BCCCAC15E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812119" y="1686393"/>
            <a:ext cx="12760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energy-intensive </a:t>
            </a:r>
            <a:endParaRPr lang="en-US" sz="1200" b="1" dirty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manufacturing</a:t>
            </a:r>
          </a:p>
          <a:p>
            <a:endParaRPr lang="en-US" sz="1200" b="1" dirty="0" smtClean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non-energy- </a:t>
            </a:r>
            <a:endParaRPr lang="en-US" sz="120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intensive</a:t>
            </a:r>
            <a:b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manufacturing</a:t>
            </a:r>
          </a:p>
          <a:p>
            <a:endParaRPr lang="en-US" sz="800" b="1" dirty="0" smtClean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non-manufacturing</a:t>
            </a:r>
            <a:endParaRPr lang="en-US" sz="12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32" y="204870"/>
            <a:ext cx="576228" cy="57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1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ia_template_16x9">
  <a:themeElements>
    <a:clrScheme name="EIA">
      <a:dk1>
        <a:srgbClr val="000000"/>
      </a:dk1>
      <a:lt1>
        <a:srgbClr val="FFFFFF"/>
      </a:lt1>
      <a:dk2>
        <a:srgbClr val="003953"/>
      </a:dk2>
      <a:lt2>
        <a:srgbClr val="333333"/>
      </a:lt2>
      <a:accent1>
        <a:srgbClr val="0096D7"/>
      </a:accent1>
      <a:accent2>
        <a:srgbClr val="BD732A"/>
      </a:accent2>
      <a:accent3>
        <a:srgbClr val="5D9732"/>
      </a:accent3>
      <a:accent4>
        <a:srgbClr val="FFC702"/>
      </a:accent4>
      <a:accent5>
        <a:srgbClr val="A33340"/>
      </a:accent5>
      <a:accent6>
        <a:srgbClr val="675005"/>
      </a:accent6>
      <a:hlink>
        <a:srgbClr val="0096D7"/>
      </a:hlink>
      <a:folHlink>
        <a:srgbClr val="5D9732"/>
      </a:folHlink>
    </a:clrScheme>
    <a:fontScheme name="EIA 1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1EFACAE-47D2-41DF-803B-7E8824A00F07}" vid="{C5AC6789-36BC-446B-A8CD-C2B9298D84D9}"/>
    </a:ext>
  </a:extLst>
</a:theme>
</file>

<file path=ppt/theme/theme2.xml><?xml version="1.0" encoding="utf-8"?>
<a:theme xmlns:a="http://schemas.openxmlformats.org/drawingml/2006/main" name="1_EIA_template_16x9">
  <a:themeElements>
    <a:clrScheme name="EIA">
      <a:dk1>
        <a:srgbClr val="000000"/>
      </a:dk1>
      <a:lt1>
        <a:srgbClr val="FFFFFF"/>
      </a:lt1>
      <a:dk2>
        <a:srgbClr val="003953"/>
      </a:dk2>
      <a:lt2>
        <a:srgbClr val="333333"/>
      </a:lt2>
      <a:accent1>
        <a:srgbClr val="0096D7"/>
      </a:accent1>
      <a:accent2>
        <a:srgbClr val="BD732A"/>
      </a:accent2>
      <a:accent3>
        <a:srgbClr val="5D9732"/>
      </a:accent3>
      <a:accent4>
        <a:srgbClr val="FFC702"/>
      </a:accent4>
      <a:accent5>
        <a:srgbClr val="A33340"/>
      </a:accent5>
      <a:accent6>
        <a:srgbClr val="675005"/>
      </a:accent6>
      <a:hlink>
        <a:srgbClr val="0096D7"/>
      </a:hlink>
      <a:folHlink>
        <a:srgbClr val="5D9732"/>
      </a:folHlink>
    </a:clrScheme>
    <a:fontScheme name="EIA 1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IEO2021ppttemplate</Template>
  <TotalTime>99135</TotalTime>
  <Words>404</Words>
  <Application>Microsoft Office PowerPoint</Application>
  <PresentationFormat>On-screen Show (16:9)</PresentationFormat>
  <Paragraphs>223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eia_template_16x9</vt:lpstr>
      <vt:lpstr>1_EIA_template_16x9</vt:lpstr>
      <vt:lpstr>PowerPoint Presentation</vt:lpstr>
      <vt:lpstr>Industrial economic growth and energy use</vt:lpstr>
      <vt:lpstr>Global shares of industrial economic output</vt:lpstr>
      <vt:lpstr>Industrial energy use and economic growth by industry type</vt:lpstr>
      <vt:lpstr>Share of industrial economic output by industry type </vt:lpstr>
      <vt:lpstr>Industrial energy consumption by source</vt:lpstr>
      <vt:lpstr>Industrial coal consumption</vt:lpstr>
      <vt:lpstr>Industrial energy consumption by region</vt:lpstr>
      <vt:lpstr>Motor vehicle and non ferrous metals production energy use by fuel, non-OECD</vt:lpstr>
      <vt:lpstr>Changes in industrial energy intensity</vt:lpstr>
      <vt:lpstr>Energy consumption by industry</vt:lpstr>
    </vt:vector>
  </TitlesOfParts>
  <Company>EIA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Kahan, Ari</dc:creator>
  <cp:lastModifiedBy>Bowman, Michelle</cp:lastModifiedBy>
  <cp:revision>1361</cp:revision>
  <cp:lastPrinted>2014-08-29T14:41:04Z</cp:lastPrinted>
  <dcterms:created xsi:type="dcterms:W3CDTF">2021-04-16T19:26:34Z</dcterms:created>
  <dcterms:modified xsi:type="dcterms:W3CDTF">2021-09-29T22:00:11Z</dcterms:modified>
</cp:coreProperties>
</file>