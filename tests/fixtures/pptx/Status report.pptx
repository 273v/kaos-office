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a3c898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a3c8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a3c898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a3c8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6fa3c898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6fa3c8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fa3c898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fa3c89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6fa3c898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c6fa3c89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6fa3c898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6fa3c8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 Report:</a:t>
            </a:r>
            <a:br>
              <a:rPr lang="en"/>
            </a:br>
            <a:r>
              <a:rPr lang="en"/>
              <a:t>Project name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Name • 09.04.20XX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9" name="Google Shape;79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Expected delivery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January 4, 20XX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Recent progress</a:t>
            </a:r>
            <a:endParaRPr b="1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Lorem ipsum dolor sit amet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Sed do eiusmod tempor incididunt ut labore et dolore magna aliqua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Biggest risk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Lorem ipsum dolor sit amet, consectetur adipiscing elit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- Topic area 1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Accomplishment 1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Lorem ipsum dolor sit amet, consectetur adipiscing elit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Sed do eiusmod tempor incididunt ut labore et dolore magna aliqua. </a:t>
            </a:r>
            <a:endParaRPr sz="1600"/>
          </a:p>
        </p:txBody>
      </p:sp>
      <p:sp>
        <p:nvSpPr>
          <p:cNvPr id="86" name="Google Shape;86;p1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b="1" lang="en" sz="2100">
                <a:solidFill>
                  <a:schemeClr val="dk1"/>
                </a:solidFill>
              </a:rPr>
              <a:t>Accomplishment 2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Ut enim ad minim veniam, quis nostrud exercitation ullamco laboris nisi ut aliquip ex ea commodo consequat.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- Topic area 2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Accomplishment 1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Lorem ipsum dolor sit amet, consectetur adipiscing elit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Sed do eiusmod tempor incididunt ut labore et dolore magna aliqua. </a:t>
            </a:r>
            <a:endParaRPr sz="1600"/>
          </a:p>
        </p:txBody>
      </p:sp>
      <p:sp>
        <p:nvSpPr>
          <p:cNvPr id="93" name="Google Shape;93;p16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Accomplishment 2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Ut enim ad minim veniam, quis nostrud exercitation ullamco laboris nisi ut aliquip ex ea commodo consequat.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areas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Risk 1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Lorem ipsum dolor sit amet, consectetur adipiscing elit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Sed do eiusmod tempor incididunt ut labore et dolore magna aliqua. </a:t>
            </a:r>
            <a:endParaRPr sz="1600"/>
          </a:p>
        </p:txBody>
      </p:sp>
      <p:sp>
        <p:nvSpPr>
          <p:cNvPr id="100" name="Google Shape;100;p17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Risk 2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Ut enim ad minim veniam, quis nostrud exercitation ullamco laboris nisi ut aliquip ex ea commodo consequat.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pointer shape in timeline graphic" id="110" name="Google Shape;110;p19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09.05.XX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12" name="Google Shape;112;p19"/>
          <p:cNvGrpSpPr/>
          <p:nvPr/>
        </p:nvGrpSpPr>
        <p:grpSpPr>
          <a:xfrm>
            <a:off x="969270" y="1610215"/>
            <a:ext cx="198900" cy="593656"/>
            <a:chOff x="777447" y="1610215"/>
            <a:chExt cx="198900" cy="593656"/>
          </a:xfrm>
        </p:grpSpPr>
        <p:cxnSp>
          <p:nvCxnSpPr>
            <p:cNvPr id="113" name="Google Shape;113;p19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" name="Google Shape;114;p19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9"/>
          <p:cNvSpPr txBox="1"/>
          <p:nvPr>
            <p:ph idx="4294967295" type="body"/>
          </p:nvPr>
        </p:nvSpPr>
        <p:spPr>
          <a:xfrm>
            <a:off x="318375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16" name="Google Shape;116;p19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 txBox="1"/>
          <p:nvPr>
            <p:ph idx="4294967295" type="body"/>
          </p:nvPr>
        </p:nvSpPr>
        <p:spPr>
          <a:xfrm>
            <a:off x="2126317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09.17.XX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18" name="Google Shape;118;p19"/>
          <p:cNvGrpSpPr/>
          <p:nvPr/>
        </p:nvGrpSpPr>
        <p:grpSpPr>
          <a:xfrm>
            <a:off x="2684632" y="2938958"/>
            <a:ext cx="198900" cy="593656"/>
            <a:chOff x="2223534" y="2938958"/>
            <a:chExt cx="198900" cy="593656"/>
          </a:xfrm>
        </p:grpSpPr>
        <p:cxnSp>
          <p:nvCxnSpPr>
            <p:cNvPr id="119" name="Google Shape;119;p19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" name="Google Shape;120;p19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19"/>
          <p:cNvSpPr txBox="1"/>
          <p:nvPr>
            <p:ph idx="4294967295" type="body"/>
          </p:nvPr>
        </p:nvSpPr>
        <p:spPr>
          <a:xfrm>
            <a:off x="1244337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22" name="Google Shape;122;p19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10.13.XX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24" name="Google Shape;124;p19"/>
          <p:cNvGrpSpPr/>
          <p:nvPr/>
        </p:nvGrpSpPr>
        <p:grpSpPr>
          <a:xfrm>
            <a:off x="4319545" y="1610215"/>
            <a:ext cx="198900" cy="593656"/>
            <a:chOff x="3918084" y="1610215"/>
            <a:chExt cx="198900" cy="593656"/>
          </a:xfrm>
        </p:grpSpPr>
        <p:cxnSp>
          <p:nvCxnSpPr>
            <p:cNvPr id="125" name="Google Shape;125;p19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" name="Google Shape;126;p19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19"/>
          <p:cNvSpPr txBox="1"/>
          <p:nvPr>
            <p:ph idx="4294967295" type="body"/>
          </p:nvPr>
        </p:nvSpPr>
        <p:spPr>
          <a:xfrm>
            <a:off x="3304094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28" name="Google Shape;128;p19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10.20.XX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30" name="Google Shape;130;p19"/>
          <p:cNvGrpSpPr/>
          <p:nvPr/>
        </p:nvGrpSpPr>
        <p:grpSpPr>
          <a:xfrm>
            <a:off x="5973070" y="2938958"/>
            <a:ext cx="198900" cy="593656"/>
            <a:chOff x="5958946" y="2938958"/>
            <a:chExt cx="198900" cy="593656"/>
          </a:xfrm>
        </p:grpSpPr>
        <p:cxnSp>
          <p:nvCxnSpPr>
            <p:cNvPr id="131" name="Google Shape;131;p19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" name="Google Shape;132;p19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9"/>
          <p:cNvSpPr txBox="1"/>
          <p:nvPr>
            <p:ph idx="4294967295" type="body"/>
          </p:nvPr>
        </p:nvSpPr>
        <p:spPr>
          <a:xfrm>
            <a:off x="5126902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34" name="Google Shape;134;p19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11.01.XX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36" name="Google Shape;136;p19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37" name="Google Shape;137;p19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" name="Google Shape;138;p19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9"/>
          <p:cNvSpPr txBox="1"/>
          <p:nvPr>
            <p:ph idx="4294967295" type="body"/>
          </p:nvPr>
        </p:nvSpPr>
        <p:spPr>
          <a:xfrm>
            <a:off x="6685979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Assignment 1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Lorem ipsum dolor sit amet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Consectetur adipiscing elit, sed do eiusmod tempor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Assignment 2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Lorem ipsum dolor sit amet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Assignment 3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Consectetur adipiscing elit, sed do eiusmod tempor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for next meeting</a:t>
            </a:r>
            <a:endParaRPr/>
          </a:p>
        </p:txBody>
      </p:sp>
      <p:sp>
        <p:nvSpPr>
          <p:cNvPr id="151" name="Google Shape;15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Lorem ipsum dolor sit amet, consectetur adipiscing elit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Sed do eiusmod tempor incididunt ut labore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AutoNum type="arabicPeriod"/>
            </a:pPr>
            <a:r>
              <a:rPr lang="en"/>
              <a:t>Ut enim ad minim veniam, quis nostrud exercitation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