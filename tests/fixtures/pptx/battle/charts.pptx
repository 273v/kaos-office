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120</c:v>
                </c:pt>
                <c:pt idx="2">
                  <c:v>110</c:v>
                </c:pt>
                <c:pt idx="3">
                  <c:v>180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Department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Sales</c:v>
                </c:pt>
                <c:pt idx="2">
                  <c:v>Marketing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15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28</c:v>
                </c:pt>
                <c:pt idx="4">
                  <c:v>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