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Metadata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metadata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Battle Test Presentation</dc:title>
  <dc:subject>Battle Testing</dc:subject>
  <dc:creator>Test Author</dc:creator>
  <cp:keywords/>
  <dc:description>Generated for testing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Test</cp:category>
</cp:coreProperties>
</file>