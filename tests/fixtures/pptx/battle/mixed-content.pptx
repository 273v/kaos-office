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100</c:v>
                </c:pt>
                <c:pt idx="2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Mixed Content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buChar char="•"/>
            </a:pPr>
            <a:r>
              <a:t>Key finding one</a:t>
            </a:r>
          </a:p>
          <a:p>
            <a:pPr lvl="0">
              <a:buChar char="•"/>
            </a:pPr>
            <a:r>
              <a:t>Key finding two</a:t>
            </a:r>
          </a:p>
          <a:p>
            <a:pPr lvl="0">
              <a:buChar char="•"/>
            </a:pPr>
            <a:r>
              <a:t>Key finding three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0" y="109728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320040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