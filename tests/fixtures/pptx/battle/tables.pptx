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9144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858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Department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Alice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Engineering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Product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Carol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Designer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Design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9144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914400">
                <a:tc gridSpan="2">
                  <a:txBody>
                    <a:bodyPr/>
                    <a:lstStyle/>
                    <a:p>
                      <a:r>
                        <a:t>Merged Header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Single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9144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1371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