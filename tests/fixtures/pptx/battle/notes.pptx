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speaker notes for slide 1.</a:t>
            </a:r>
          </a:p>
          <a:p>
            <a:r>
              <a:t>With multiple lines.</a:t>
            </a:r>
          </a:p>
          <a:p>
            <a:r>
              <a:t>And a third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content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Without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notes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Empty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