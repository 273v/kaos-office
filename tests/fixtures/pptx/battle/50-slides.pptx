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 with some filler text to test throughput</a:t>
            </a:r>
          </a:p>
          <a:p>
            <a:pPr lvl="1"/>
            <a:r>
              <a:t>Bullet point 2 on slide 1 with some filler text to test throughput</a:t>
            </a:r>
          </a:p>
          <a:p>
            <a:pPr lvl="2"/>
            <a:r>
              <a:t>Bullet point 3 on slide 1 with some filler text to test throughput</a:t>
            </a:r>
          </a:p>
          <a:p>
            <a:pPr/>
            <a:r>
              <a:t>Bullet point 4 on slide 1 with some filler text to test throughput</a:t>
            </a:r>
          </a:p>
          <a:p>
            <a:pPr lvl="1"/>
            <a:r>
              <a:t>Bullet point 5 on slide 1 with some filler text to test throughput</a:t>
            </a:r>
          </a:p>
          <a:p>
            <a:pPr lvl="2"/>
            <a:r>
              <a:t>Bullet point 6 on slide 1 with some filler text to test throughput</a:t>
            </a:r>
          </a:p>
          <a:p>
            <a:pPr/>
            <a:r>
              <a:t>Bullet point 7 on slide 1 with some filler text to test throughput</a:t>
            </a:r>
          </a:p>
          <a:p>
            <a:pPr lvl="1"/>
            <a:r>
              <a:t>Bullet point 8 on slide 1 with some filler text to test throughput</a:t>
            </a:r>
          </a:p>
          <a:p>
            <a:pPr lvl="2"/>
            <a:r>
              <a:t>Bullet point 9 on slide 1 with some filler text to test throughput</a:t>
            </a:r>
          </a:p>
          <a:p>
            <a:pPr/>
            <a:r>
              <a:t>Bullet point 10 on slide 1 with some filler text to test throughput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 with some filler text to test throughput</a:t>
            </a:r>
          </a:p>
          <a:p>
            <a:pPr lvl="1"/>
            <a:r>
              <a:t>Bullet point 2 on slide 2 with some filler text to test throughput</a:t>
            </a:r>
          </a:p>
          <a:p>
            <a:pPr lvl="2"/>
            <a:r>
              <a:t>Bullet point 3 on slide 2 with some filler text to test throughput</a:t>
            </a:r>
          </a:p>
          <a:p>
            <a:pPr/>
            <a:r>
              <a:t>Bullet point 4 on slide 2 with some filler text to test throughput</a:t>
            </a:r>
          </a:p>
          <a:p>
            <a:pPr lvl="1"/>
            <a:r>
              <a:t>Bullet point 5 on slide 2 with some filler text to test throughput</a:t>
            </a:r>
          </a:p>
          <a:p>
            <a:pPr lvl="2"/>
            <a:r>
              <a:t>Bullet point 6 on slide 2 with some filler text to test throughput</a:t>
            </a:r>
          </a:p>
          <a:p>
            <a:pPr/>
            <a:r>
              <a:t>Bullet point 7 on slide 2 with some filler text to test throughput</a:t>
            </a:r>
          </a:p>
          <a:p>
            <a:pPr lvl="1"/>
            <a:r>
              <a:t>Bullet point 8 on slide 2 with some filler text to test throughput</a:t>
            </a:r>
          </a:p>
          <a:p>
            <a:pPr lvl="2"/>
            <a:r>
              <a:t>Bullet point 9 on slide 2 with some filler text to test throughput</a:t>
            </a:r>
          </a:p>
          <a:p>
            <a:pPr/>
            <a:r>
              <a:t>Bullet point 10 on slide 2 with some filler text to test throughput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 with some filler text to test throughput</a:t>
            </a:r>
          </a:p>
          <a:p>
            <a:pPr lvl="1"/>
            <a:r>
              <a:t>Bullet point 2 on slide 3 with some filler text to test throughput</a:t>
            </a:r>
          </a:p>
          <a:p>
            <a:pPr lvl="2"/>
            <a:r>
              <a:t>Bullet point 3 on slide 3 with some filler text to test throughput</a:t>
            </a:r>
          </a:p>
          <a:p>
            <a:pPr/>
            <a:r>
              <a:t>Bullet point 4 on slide 3 with some filler text to test throughput</a:t>
            </a:r>
          </a:p>
          <a:p>
            <a:pPr lvl="1"/>
            <a:r>
              <a:t>Bullet point 5 on slide 3 with some filler text to test throughput</a:t>
            </a:r>
          </a:p>
          <a:p>
            <a:pPr lvl="2"/>
            <a:r>
              <a:t>Bullet point 6 on slide 3 with some filler text to test throughput</a:t>
            </a:r>
          </a:p>
          <a:p>
            <a:pPr/>
            <a:r>
              <a:t>Bullet point 7 on slide 3 with some filler text to test throughput</a:t>
            </a:r>
          </a:p>
          <a:p>
            <a:pPr lvl="1"/>
            <a:r>
              <a:t>Bullet point 8 on slide 3 with some filler text to test throughput</a:t>
            </a:r>
          </a:p>
          <a:p>
            <a:pPr lvl="2"/>
            <a:r>
              <a:t>Bullet point 9 on slide 3 with some filler text to test throughput</a:t>
            </a:r>
          </a:p>
          <a:p>
            <a:pPr/>
            <a:r>
              <a:t>Bullet point 10 on slide 3 with some filler text to test throughput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 with some filler text to test throughput</a:t>
            </a:r>
          </a:p>
          <a:p>
            <a:pPr lvl="1"/>
            <a:r>
              <a:t>Bullet point 2 on slide 4 with some filler text to test throughput</a:t>
            </a:r>
          </a:p>
          <a:p>
            <a:pPr lvl="2"/>
            <a:r>
              <a:t>Bullet point 3 on slide 4 with some filler text to test throughput</a:t>
            </a:r>
          </a:p>
          <a:p>
            <a:pPr/>
            <a:r>
              <a:t>Bullet point 4 on slide 4 with some filler text to test throughput</a:t>
            </a:r>
          </a:p>
          <a:p>
            <a:pPr lvl="1"/>
            <a:r>
              <a:t>Bullet point 5 on slide 4 with some filler text to test throughput</a:t>
            </a:r>
          </a:p>
          <a:p>
            <a:pPr lvl="2"/>
            <a:r>
              <a:t>Bullet point 6 on slide 4 with some filler text to test throughput</a:t>
            </a:r>
          </a:p>
          <a:p>
            <a:pPr/>
            <a:r>
              <a:t>Bullet point 7 on slide 4 with some filler text to test throughput</a:t>
            </a:r>
          </a:p>
          <a:p>
            <a:pPr lvl="1"/>
            <a:r>
              <a:t>Bullet point 8 on slide 4 with some filler text to test throughput</a:t>
            </a:r>
          </a:p>
          <a:p>
            <a:pPr lvl="2"/>
            <a:r>
              <a:t>Bullet point 9 on slide 4 with some filler text to test throughput</a:t>
            </a:r>
          </a:p>
          <a:p>
            <a:pPr/>
            <a:r>
              <a:t>Bullet point 10 on slide 4 with some filler text to test throughput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5 with some filler text to test throughput</a:t>
            </a:r>
          </a:p>
          <a:p>
            <a:pPr lvl="1"/>
            <a:r>
              <a:t>Bullet point 2 on slide 5 with some filler text to test throughput</a:t>
            </a:r>
          </a:p>
          <a:p>
            <a:pPr lvl="2"/>
            <a:r>
              <a:t>Bullet point 3 on slide 5 with some filler text to test throughput</a:t>
            </a:r>
          </a:p>
          <a:p>
            <a:pPr/>
            <a:r>
              <a:t>Bullet point 4 on slide 5 with some filler text to test throughput</a:t>
            </a:r>
          </a:p>
          <a:p>
            <a:pPr lvl="1"/>
            <a:r>
              <a:t>Bullet point 5 on slide 5 with some filler text to test throughput</a:t>
            </a:r>
          </a:p>
          <a:p>
            <a:pPr lvl="2"/>
            <a:r>
              <a:t>Bullet point 6 on slide 5 with some filler text to test throughput</a:t>
            </a:r>
          </a:p>
          <a:p>
            <a:pPr/>
            <a:r>
              <a:t>Bullet point 7 on slide 5 with some filler text to test throughput</a:t>
            </a:r>
          </a:p>
          <a:p>
            <a:pPr lvl="1"/>
            <a:r>
              <a:t>Bullet point 8 on slide 5 with some filler text to test throughput</a:t>
            </a:r>
          </a:p>
          <a:p>
            <a:pPr lvl="2"/>
            <a:r>
              <a:t>Bullet point 9 on slide 5 with some filler text to test throughput</a:t>
            </a:r>
          </a:p>
          <a:p>
            <a:pPr/>
            <a:r>
              <a:t>Bullet point 10 on slide 5 with some filler text to test throughput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6 with some filler text to test throughput</a:t>
            </a:r>
          </a:p>
          <a:p>
            <a:pPr lvl="1"/>
            <a:r>
              <a:t>Bullet point 2 on slide 6 with some filler text to test throughput</a:t>
            </a:r>
          </a:p>
          <a:p>
            <a:pPr lvl="2"/>
            <a:r>
              <a:t>Bullet point 3 on slide 6 with some filler text to test throughput</a:t>
            </a:r>
          </a:p>
          <a:p>
            <a:pPr/>
            <a:r>
              <a:t>Bullet point 4 on slide 6 with some filler text to test throughput</a:t>
            </a:r>
          </a:p>
          <a:p>
            <a:pPr lvl="1"/>
            <a:r>
              <a:t>Bullet point 5 on slide 6 with some filler text to test throughput</a:t>
            </a:r>
          </a:p>
          <a:p>
            <a:pPr lvl="2"/>
            <a:r>
              <a:t>Bullet point 6 on slide 6 with some filler text to test throughput</a:t>
            </a:r>
          </a:p>
          <a:p>
            <a:pPr/>
            <a:r>
              <a:t>Bullet point 7 on slide 6 with some filler text to test throughput</a:t>
            </a:r>
          </a:p>
          <a:p>
            <a:pPr lvl="1"/>
            <a:r>
              <a:t>Bullet point 8 on slide 6 with some filler text to test throughput</a:t>
            </a:r>
          </a:p>
          <a:p>
            <a:pPr lvl="2"/>
            <a:r>
              <a:t>Bullet point 9 on slide 6 with some filler text to test throughput</a:t>
            </a:r>
          </a:p>
          <a:p>
            <a:pPr/>
            <a:r>
              <a:t>Bullet point 10 on slide 6 with some filler text to test throughput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7 with some filler text to test throughput</a:t>
            </a:r>
          </a:p>
          <a:p>
            <a:pPr lvl="1"/>
            <a:r>
              <a:t>Bullet point 2 on slide 7 with some filler text to test throughput</a:t>
            </a:r>
          </a:p>
          <a:p>
            <a:pPr lvl="2"/>
            <a:r>
              <a:t>Bullet point 3 on slide 7 with some filler text to test throughput</a:t>
            </a:r>
          </a:p>
          <a:p>
            <a:pPr/>
            <a:r>
              <a:t>Bullet point 4 on slide 7 with some filler text to test throughput</a:t>
            </a:r>
          </a:p>
          <a:p>
            <a:pPr lvl="1"/>
            <a:r>
              <a:t>Bullet point 5 on slide 7 with some filler text to test throughput</a:t>
            </a:r>
          </a:p>
          <a:p>
            <a:pPr lvl="2"/>
            <a:r>
              <a:t>Bullet point 6 on slide 7 with some filler text to test throughput</a:t>
            </a:r>
          </a:p>
          <a:p>
            <a:pPr/>
            <a:r>
              <a:t>Bullet point 7 on slide 7 with some filler text to test throughput</a:t>
            </a:r>
          </a:p>
          <a:p>
            <a:pPr lvl="1"/>
            <a:r>
              <a:t>Bullet point 8 on slide 7 with some filler text to test throughput</a:t>
            </a:r>
          </a:p>
          <a:p>
            <a:pPr lvl="2"/>
            <a:r>
              <a:t>Bullet point 9 on slide 7 with some filler text to test throughput</a:t>
            </a:r>
          </a:p>
          <a:p>
            <a:pPr/>
            <a:r>
              <a:t>Bullet point 10 on slide 7 with some filler text to test throughput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8 with some filler text to test throughput</a:t>
            </a:r>
          </a:p>
          <a:p>
            <a:pPr lvl="1"/>
            <a:r>
              <a:t>Bullet point 2 on slide 8 with some filler text to test throughput</a:t>
            </a:r>
          </a:p>
          <a:p>
            <a:pPr lvl="2"/>
            <a:r>
              <a:t>Bullet point 3 on slide 8 with some filler text to test throughput</a:t>
            </a:r>
          </a:p>
          <a:p>
            <a:pPr/>
            <a:r>
              <a:t>Bullet point 4 on slide 8 with some filler text to test throughput</a:t>
            </a:r>
          </a:p>
          <a:p>
            <a:pPr lvl="1"/>
            <a:r>
              <a:t>Bullet point 5 on slide 8 with some filler text to test throughput</a:t>
            </a:r>
          </a:p>
          <a:p>
            <a:pPr lvl="2"/>
            <a:r>
              <a:t>Bullet point 6 on slide 8 with some filler text to test throughput</a:t>
            </a:r>
          </a:p>
          <a:p>
            <a:pPr/>
            <a:r>
              <a:t>Bullet point 7 on slide 8 with some filler text to test throughput</a:t>
            </a:r>
          </a:p>
          <a:p>
            <a:pPr lvl="1"/>
            <a:r>
              <a:t>Bullet point 8 on slide 8 with some filler text to test throughput</a:t>
            </a:r>
          </a:p>
          <a:p>
            <a:pPr lvl="2"/>
            <a:r>
              <a:t>Bullet point 9 on slide 8 with some filler text to test throughput</a:t>
            </a:r>
          </a:p>
          <a:p>
            <a:pPr/>
            <a:r>
              <a:t>Bullet point 10 on slide 8 with some filler text to test throughput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9 with some filler text to test throughput</a:t>
            </a:r>
          </a:p>
          <a:p>
            <a:pPr lvl="1"/>
            <a:r>
              <a:t>Bullet point 2 on slide 9 with some filler text to test throughput</a:t>
            </a:r>
          </a:p>
          <a:p>
            <a:pPr lvl="2"/>
            <a:r>
              <a:t>Bullet point 3 on slide 9 with some filler text to test throughput</a:t>
            </a:r>
          </a:p>
          <a:p>
            <a:pPr/>
            <a:r>
              <a:t>Bullet point 4 on slide 9 with some filler text to test throughput</a:t>
            </a:r>
          </a:p>
          <a:p>
            <a:pPr lvl="1"/>
            <a:r>
              <a:t>Bullet point 5 on slide 9 with some filler text to test throughput</a:t>
            </a:r>
          </a:p>
          <a:p>
            <a:pPr lvl="2"/>
            <a:r>
              <a:t>Bullet point 6 on slide 9 with some filler text to test throughput</a:t>
            </a:r>
          </a:p>
          <a:p>
            <a:pPr/>
            <a:r>
              <a:t>Bullet point 7 on slide 9 with some filler text to test throughput</a:t>
            </a:r>
          </a:p>
          <a:p>
            <a:pPr lvl="1"/>
            <a:r>
              <a:t>Bullet point 8 on slide 9 with some filler text to test throughput</a:t>
            </a:r>
          </a:p>
          <a:p>
            <a:pPr lvl="2"/>
            <a:r>
              <a:t>Bullet point 9 on slide 9 with some filler text to test throughput</a:t>
            </a:r>
          </a:p>
          <a:p>
            <a:pPr/>
            <a:r>
              <a:t>Bullet point 10 on slide 9 with some filler text to test throughput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10 with some filler text to test throughput</a:t>
            </a:r>
          </a:p>
          <a:p>
            <a:pPr lvl="1"/>
            <a:r>
              <a:t>Bullet point 2 on slide 10 with some filler text to test throughput</a:t>
            </a:r>
          </a:p>
          <a:p>
            <a:pPr lvl="2"/>
            <a:r>
              <a:t>Bullet point 3 on slide 10 with some filler text to test throughput</a:t>
            </a:r>
          </a:p>
          <a:p>
            <a:pPr/>
            <a:r>
              <a:t>Bullet point 4 on slide 10 with some filler text to test throughput</a:t>
            </a:r>
          </a:p>
          <a:p>
            <a:pPr lvl="1"/>
            <a:r>
              <a:t>Bullet point 5 on slide 10 with some filler text to test throughput</a:t>
            </a:r>
          </a:p>
          <a:p>
            <a:pPr lvl="2"/>
            <a:r>
              <a:t>Bullet point 6 on slide 10 with some filler text to test throughput</a:t>
            </a:r>
          </a:p>
          <a:p>
            <a:pPr/>
            <a:r>
              <a:t>Bullet point 7 on slide 10 with some filler text to test throughput</a:t>
            </a:r>
          </a:p>
          <a:p>
            <a:pPr lvl="1"/>
            <a:r>
              <a:t>Bullet point 8 on slide 10 with some filler text to test throughput</a:t>
            </a:r>
          </a:p>
          <a:p>
            <a:pPr lvl="2"/>
            <a:r>
              <a:t>Bullet point 9 on slide 10 with some filler text to test throughput</a:t>
            </a:r>
          </a:p>
          <a:p>
            <a:pPr/>
            <a:r>
              <a:t>Bullet point 10 on slide 10 with some filler text to test throughput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11 with some filler text to test throughput</a:t>
            </a:r>
          </a:p>
          <a:p>
            <a:pPr lvl="1"/>
            <a:r>
              <a:t>Bullet point 2 on slide 11 with some filler text to test throughput</a:t>
            </a:r>
          </a:p>
          <a:p>
            <a:pPr lvl="2"/>
            <a:r>
              <a:t>Bullet point 3 on slide 11 with some filler text to test throughput</a:t>
            </a:r>
          </a:p>
          <a:p>
            <a:pPr/>
            <a:r>
              <a:t>Bullet point 4 on slide 11 with some filler text to test throughput</a:t>
            </a:r>
          </a:p>
          <a:p>
            <a:pPr lvl="1"/>
            <a:r>
              <a:t>Bullet point 5 on slide 11 with some filler text to test throughput</a:t>
            </a:r>
          </a:p>
          <a:p>
            <a:pPr lvl="2"/>
            <a:r>
              <a:t>Bullet point 6 on slide 11 with some filler text to test throughput</a:t>
            </a:r>
          </a:p>
          <a:p>
            <a:pPr/>
            <a:r>
              <a:t>Bullet point 7 on slide 11 with some filler text to test throughput</a:t>
            </a:r>
          </a:p>
          <a:p>
            <a:pPr lvl="1"/>
            <a:r>
              <a:t>Bullet point 8 on slide 11 with some filler text to test throughput</a:t>
            </a:r>
          </a:p>
          <a:p>
            <a:pPr lvl="2"/>
            <a:r>
              <a:t>Bullet point 9 on slide 11 with some filler text to test throughput</a:t>
            </a:r>
          </a:p>
          <a:p>
            <a:pPr/>
            <a:r>
              <a:t>Bullet point 10 on slide 11 with some filler text to test throughput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12 with some filler text to test throughput</a:t>
            </a:r>
          </a:p>
          <a:p>
            <a:pPr lvl="1"/>
            <a:r>
              <a:t>Bullet point 2 on slide 12 with some filler text to test throughput</a:t>
            </a:r>
          </a:p>
          <a:p>
            <a:pPr lvl="2"/>
            <a:r>
              <a:t>Bullet point 3 on slide 12 with some filler text to test throughput</a:t>
            </a:r>
          </a:p>
          <a:p>
            <a:pPr/>
            <a:r>
              <a:t>Bullet point 4 on slide 12 with some filler text to test throughput</a:t>
            </a:r>
          </a:p>
          <a:p>
            <a:pPr lvl="1"/>
            <a:r>
              <a:t>Bullet point 5 on slide 12 with some filler text to test throughput</a:t>
            </a:r>
          </a:p>
          <a:p>
            <a:pPr lvl="2"/>
            <a:r>
              <a:t>Bullet point 6 on slide 12 with some filler text to test throughput</a:t>
            </a:r>
          </a:p>
          <a:p>
            <a:pPr/>
            <a:r>
              <a:t>Bullet point 7 on slide 12 with some filler text to test throughput</a:t>
            </a:r>
          </a:p>
          <a:p>
            <a:pPr lvl="1"/>
            <a:r>
              <a:t>Bullet point 8 on slide 12 with some filler text to test throughput</a:t>
            </a:r>
          </a:p>
          <a:p>
            <a:pPr lvl="2"/>
            <a:r>
              <a:t>Bullet point 9 on slide 12 with some filler text to test throughput</a:t>
            </a:r>
          </a:p>
          <a:p>
            <a:pPr/>
            <a:r>
              <a:t>Bullet point 10 on slide 12 with some filler text to test throughput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13 with some filler text to test throughput</a:t>
            </a:r>
          </a:p>
          <a:p>
            <a:pPr lvl="1"/>
            <a:r>
              <a:t>Bullet point 2 on slide 13 with some filler text to test throughput</a:t>
            </a:r>
          </a:p>
          <a:p>
            <a:pPr lvl="2"/>
            <a:r>
              <a:t>Bullet point 3 on slide 13 with some filler text to test throughput</a:t>
            </a:r>
          </a:p>
          <a:p>
            <a:pPr/>
            <a:r>
              <a:t>Bullet point 4 on slide 13 with some filler text to test throughput</a:t>
            </a:r>
          </a:p>
          <a:p>
            <a:pPr lvl="1"/>
            <a:r>
              <a:t>Bullet point 5 on slide 13 with some filler text to test throughput</a:t>
            </a:r>
          </a:p>
          <a:p>
            <a:pPr lvl="2"/>
            <a:r>
              <a:t>Bullet point 6 on slide 13 with some filler text to test throughput</a:t>
            </a:r>
          </a:p>
          <a:p>
            <a:pPr/>
            <a:r>
              <a:t>Bullet point 7 on slide 13 with some filler text to test throughput</a:t>
            </a:r>
          </a:p>
          <a:p>
            <a:pPr lvl="1"/>
            <a:r>
              <a:t>Bullet point 8 on slide 13 with some filler text to test throughput</a:t>
            </a:r>
          </a:p>
          <a:p>
            <a:pPr lvl="2"/>
            <a:r>
              <a:t>Bullet point 9 on slide 13 with some filler text to test throughput</a:t>
            </a:r>
          </a:p>
          <a:p>
            <a:pPr/>
            <a:r>
              <a:t>Bullet point 10 on slide 13 with some filler text to test throughput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14 with some filler text to test throughput</a:t>
            </a:r>
          </a:p>
          <a:p>
            <a:pPr lvl="1"/>
            <a:r>
              <a:t>Bullet point 2 on slide 14 with some filler text to test throughput</a:t>
            </a:r>
          </a:p>
          <a:p>
            <a:pPr lvl="2"/>
            <a:r>
              <a:t>Bullet point 3 on slide 14 with some filler text to test throughput</a:t>
            </a:r>
          </a:p>
          <a:p>
            <a:pPr/>
            <a:r>
              <a:t>Bullet point 4 on slide 14 with some filler text to test throughput</a:t>
            </a:r>
          </a:p>
          <a:p>
            <a:pPr lvl="1"/>
            <a:r>
              <a:t>Bullet point 5 on slide 14 with some filler text to test throughput</a:t>
            </a:r>
          </a:p>
          <a:p>
            <a:pPr lvl="2"/>
            <a:r>
              <a:t>Bullet point 6 on slide 14 with some filler text to test throughput</a:t>
            </a:r>
          </a:p>
          <a:p>
            <a:pPr/>
            <a:r>
              <a:t>Bullet point 7 on slide 14 with some filler text to test throughput</a:t>
            </a:r>
          </a:p>
          <a:p>
            <a:pPr lvl="1"/>
            <a:r>
              <a:t>Bullet point 8 on slide 14 with some filler text to test throughput</a:t>
            </a:r>
          </a:p>
          <a:p>
            <a:pPr lvl="2"/>
            <a:r>
              <a:t>Bullet point 9 on slide 14 with some filler text to test throughput</a:t>
            </a:r>
          </a:p>
          <a:p>
            <a:pPr/>
            <a:r>
              <a:t>Bullet point 10 on slide 14 with some filler text to test throughput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15 with some filler text to test throughput</a:t>
            </a:r>
          </a:p>
          <a:p>
            <a:pPr lvl="1"/>
            <a:r>
              <a:t>Bullet point 2 on slide 15 with some filler text to test throughput</a:t>
            </a:r>
          </a:p>
          <a:p>
            <a:pPr lvl="2"/>
            <a:r>
              <a:t>Bullet point 3 on slide 15 with some filler text to test throughput</a:t>
            </a:r>
          </a:p>
          <a:p>
            <a:pPr/>
            <a:r>
              <a:t>Bullet point 4 on slide 15 with some filler text to test throughput</a:t>
            </a:r>
          </a:p>
          <a:p>
            <a:pPr lvl="1"/>
            <a:r>
              <a:t>Bullet point 5 on slide 15 with some filler text to test throughput</a:t>
            </a:r>
          </a:p>
          <a:p>
            <a:pPr lvl="2"/>
            <a:r>
              <a:t>Bullet point 6 on slide 15 with some filler text to test throughput</a:t>
            </a:r>
          </a:p>
          <a:p>
            <a:pPr/>
            <a:r>
              <a:t>Bullet point 7 on slide 15 with some filler text to test throughput</a:t>
            </a:r>
          </a:p>
          <a:p>
            <a:pPr lvl="1"/>
            <a:r>
              <a:t>Bullet point 8 on slide 15 with some filler text to test throughput</a:t>
            </a:r>
          </a:p>
          <a:p>
            <a:pPr lvl="2"/>
            <a:r>
              <a:t>Bullet point 9 on slide 15 with some filler text to test throughput</a:t>
            </a:r>
          </a:p>
          <a:p>
            <a:pPr/>
            <a:r>
              <a:t>Bullet point 10 on slide 15 with some filler text to test throughput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16 with some filler text to test throughput</a:t>
            </a:r>
          </a:p>
          <a:p>
            <a:pPr lvl="1"/>
            <a:r>
              <a:t>Bullet point 2 on slide 16 with some filler text to test throughput</a:t>
            </a:r>
          </a:p>
          <a:p>
            <a:pPr lvl="2"/>
            <a:r>
              <a:t>Bullet point 3 on slide 16 with some filler text to test throughput</a:t>
            </a:r>
          </a:p>
          <a:p>
            <a:pPr/>
            <a:r>
              <a:t>Bullet point 4 on slide 16 with some filler text to test throughput</a:t>
            </a:r>
          </a:p>
          <a:p>
            <a:pPr lvl="1"/>
            <a:r>
              <a:t>Bullet point 5 on slide 16 with some filler text to test throughput</a:t>
            </a:r>
          </a:p>
          <a:p>
            <a:pPr lvl="2"/>
            <a:r>
              <a:t>Bullet point 6 on slide 16 with some filler text to test throughput</a:t>
            </a:r>
          </a:p>
          <a:p>
            <a:pPr/>
            <a:r>
              <a:t>Bullet point 7 on slide 16 with some filler text to test throughput</a:t>
            </a:r>
          </a:p>
          <a:p>
            <a:pPr lvl="1"/>
            <a:r>
              <a:t>Bullet point 8 on slide 16 with some filler text to test throughput</a:t>
            </a:r>
          </a:p>
          <a:p>
            <a:pPr lvl="2"/>
            <a:r>
              <a:t>Bullet point 9 on slide 16 with some filler text to test throughput</a:t>
            </a:r>
          </a:p>
          <a:p>
            <a:pPr/>
            <a:r>
              <a:t>Bullet point 10 on slide 16 with some filler text to test throughput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17 with some filler text to test throughput</a:t>
            </a:r>
          </a:p>
          <a:p>
            <a:pPr lvl="1"/>
            <a:r>
              <a:t>Bullet point 2 on slide 17 with some filler text to test throughput</a:t>
            </a:r>
          </a:p>
          <a:p>
            <a:pPr lvl="2"/>
            <a:r>
              <a:t>Bullet point 3 on slide 17 with some filler text to test throughput</a:t>
            </a:r>
          </a:p>
          <a:p>
            <a:pPr/>
            <a:r>
              <a:t>Bullet point 4 on slide 17 with some filler text to test throughput</a:t>
            </a:r>
          </a:p>
          <a:p>
            <a:pPr lvl="1"/>
            <a:r>
              <a:t>Bullet point 5 on slide 17 with some filler text to test throughput</a:t>
            </a:r>
          </a:p>
          <a:p>
            <a:pPr lvl="2"/>
            <a:r>
              <a:t>Bullet point 6 on slide 17 with some filler text to test throughput</a:t>
            </a:r>
          </a:p>
          <a:p>
            <a:pPr/>
            <a:r>
              <a:t>Bullet point 7 on slide 17 with some filler text to test throughput</a:t>
            </a:r>
          </a:p>
          <a:p>
            <a:pPr lvl="1"/>
            <a:r>
              <a:t>Bullet point 8 on slide 17 with some filler text to test throughput</a:t>
            </a:r>
          </a:p>
          <a:p>
            <a:pPr lvl="2"/>
            <a:r>
              <a:t>Bullet point 9 on slide 17 with some filler text to test throughput</a:t>
            </a:r>
          </a:p>
          <a:p>
            <a:pPr/>
            <a:r>
              <a:t>Bullet point 10 on slide 17 with some filler text to test throughput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18 with some filler text to test throughput</a:t>
            </a:r>
          </a:p>
          <a:p>
            <a:pPr lvl="1"/>
            <a:r>
              <a:t>Bullet point 2 on slide 18 with some filler text to test throughput</a:t>
            </a:r>
          </a:p>
          <a:p>
            <a:pPr lvl="2"/>
            <a:r>
              <a:t>Bullet point 3 on slide 18 with some filler text to test throughput</a:t>
            </a:r>
          </a:p>
          <a:p>
            <a:pPr/>
            <a:r>
              <a:t>Bullet point 4 on slide 18 with some filler text to test throughput</a:t>
            </a:r>
          </a:p>
          <a:p>
            <a:pPr lvl="1"/>
            <a:r>
              <a:t>Bullet point 5 on slide 18 with some filler text to test throughput</a:t>
            </a:r>
          </a:p>
          <a:p>
            <a:pPr lvl="2"/>
            <a:r>
              <a:t>Bullet point 6 on slide 18 with some filler text to test throughput</a:t>
            </a:r>
          </a:p>
          <a:p>
            <a:pPr/>
            <a:r>
              <a:t>Bullet point 7 on slide 18 with some filler text to test throughput</a:t>
            </a:r>
          </a:p>
          <a:p>
            <a:pPr lvl="1"/>
            <a:r>
              <a:t>Bullet point 8 on slide 18 with some filler text to test throughput</a:t>
            </a:r>
          </a:p>
          <a:p>
            <a:pPr lvl="2"/>
            <a:r>
              <a:t>Bullet point 9 on slide 18 with some filler text to test throughput</a:t>
            </a:r>
          </a:p>
          <a:p>
            <a:pPr/>
            <a:r>
              <a:t>Bullet point 10 on slide 18 with some filler text to test throughput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19 with some filler text to test throughput</a:t>
            </a:r>
          </a:p>
          <a:p>
            <a:pPr lvl="1"/>
            <a:r>
              <a:t>Bullet point 2 on slide 19 with some filler text to test throughput</a:t>
            </a:r>
          </a:p>
          <a:p>
            <a:pPr lvl="2"/>
            <a:r>
              <a:t>Bullet point 3 on slide 19 with some filler text to test throughput</a:t>
            </a:r>
          </a:p>
          <a:p>
            <a:pPr/>
            <a:r>
              <a:t>Bullet point 4 on slide 19 with some filler text to test throughput</a:t>
            </a:r>
          </a:p>
          <a:p>
            <a:pPr lvl="1"/>
            <a:r>
              <a:t>Bullet point 5 on slide 19 with some filler text to test throughput</a:t>
            </a:r>
          </a:p>
          <a:p>
            <a:pPr lvl="2"/>
            <a:r>
              <a:t>Bullet point 6 on slide 19 with some filler text to test throughput</a:t>
            </a:r>
          </a:p>
          <a:p>
            <a:pPr/>
            <a:r>
              <a:t>Bullet point 7 on slide 19 with some filler text to test throughput</a:t>
            </a:r>
          </a:p>
          <a:p>
            <a:pPr lvl="1"/>
            <a:r>
              <a:t>Bullet point 8 on slide 19 with some filler text to test throughput</a:t>
            </a:r>
          </a:p>
          <a:p>
            <a:pPr lvl="2"/>
            <a:r>
              <a:t>Bullet point 9 on slide 19 with some filler text to test throughput</a:t>
            </a:r>
          </a:p>
          <a:p>
            <a:pPr/>
            <a:r>
              <a:t>Bullet point 10 on slide 19 with some filler text to test throughput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20 with some filler text to test throughput</a:t>
            </a:r>
          </a:p>
          <a:p>
            <a:pPr lvl="1"/>
            <a:r>
              <a:t>Bullet point 2 on slide 20 with some filler text to test throughput</a:t>
            </a:r>
          </a:p>
          <a:p>
            <a:pPr lvl="2"/>
            <a:r>
              <a:t>Bullet point 3 on slide 20 with some filler text to test throughput</a:t>
            </a:r>
          </a:p>
          <a:p>
            <a:pPr/>
            <a:r>
              <a:t>Bullet point 4 on slide 20 with some filler text to test throughput</a:t>
            </a:r>
          </a:p>
          <a:p>
            <a:pPr lvl="1"/>
            <a:r>
              <a:t>Bullet point 5 on slide 20 with some filler text to test throughput</a:t>
            </a:r>
          </a:p>
          <a:p>
            <a:pPr lvl="2"/>
            <a:r>
              <a:t>Bullet point 6 on slide 20 with some filler text to test throughput</a:t>
            </a:r>
          </a:p>
          <a:p>
            <a:pPr/>
            <a:r>
              <a:t>Bullet point 7 on slide 20 with some filler text to test throughput</a:t>
            </a:r>
          </a:p>
          <a:p>
            <a:pPr lvl="1"/>
            <a:r>
              <a:t>Bullet point 8 on slide 20 with some filler text to test throughput</a:t>
            </a:r>
          </a:p>
          <a:p>
            <a:pPr lvl="2"/>
            <a:r>
              <a:t>Bullet point 9 on slide 20 with some filler text to test throughput</a:t>
            </a:r>
          </a:p>
          <a:p>
            <a:pPr/>
            <a:r>
              <a:t>Bullet point 10 on slide 20 with some filler text to test throughput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21 with some filler text to test throughput</a:t>
            </a:r>
          </a:p>
          <a:p>
            <a:pPr lvl="1"/>
            <a:r>
              <a:t>Bullet point 2 on slide 21 with some filler text to test throughput</a:t>
            </a:r>
          </a:p>
          <a:p>
            <a:pPr lvl="2"/>
            <a:r>
              <a:t>Bullet point 3 on slide 21 with some filler text to test throughput</a:t>
            </a:r>
          </a:p>
          <a:p>
            <a:pPr/>
            <a:r>
              <a:t>Bullet point 4 on slide 21 with some filler text to test throughput</a:t>
            </a:r>
          </a:p>
          <a:p>
            <a:pPr lvl="1"/>
            <a:r>
              <a:t>Bullet point 5 on slide 21 with some filler text to test throughput</a:t>
            </a:r>
          </a:p>
          <a:p>
            <a:pPr lvl="2"/>
            <a:r>
              <a:t>Bullet point 6 on slide 21 with some filler text to test throughput</a:t>
            </a:r>
          </a:p>
          <a:p>
            <a:pPr/>
            <a:r>
              <a:t>Bullet point 7 on slide 21 with some filler text to test throughput</a:t>
            </a:r>
          </a:p>
          <a:p>
            <a:pPr lvl="1"/>
            <a:r>
              <a:t>Bullet point 8 on slide 21 with some filler text to test throughput</a:t>
            </a:r>
          </a:p>
          <a:p>
            <a:pPr lvl="2"/>
            <a:r>
              <a:t>Bullet point 9 on slide 21 with some filler text to test throughput</a:t>
            </a:r>
          </a:p>
          <a:p>
            <a:pPr/>
            <a:r>
              <a:t>Bullet point 10 on slide 21 with some filler text to test throughput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22 with some filler text to test throughput</a:t>
            </a:r>
          </a:p>
          <a:p>
            <a:pPr lvl="1"/>
            <a:r>
              <a:t>Bullet point 2 on slide 22 with some filler text to test throughput</a:t>
            </a:r>
          </a:p>
          <a:p>
            <a:pPr lvl="2"/>
            <a:r>
              <a:t>Bullet point 3 on slide 22 with some filler text to test throughput</a:t>
            </a:r>
          </a:p>
          <a:p>
            <a:pPr/>
            <a:r>
              <a:t>Bullet point 4 on slide 22 with some filler text to test throughput</a:t>
            </a:r>
          </a:p>
          <a:p>
            <a:pPr lvl="1"/>
            <a:r>
              <a:t>Bullet point 5 on slide 22 with some filler text to test throughput</a:t>
            </a:r>
          </a:p>
          <a:p>
            <a:pPr lvl="2"/>
            <a:r>
              <a:t>Bullet point 6 on slide 22 with some filler text to test throughput</a:t>
            </a:r>
          </a:p>
          <a:p>
            <a:pPr/>
            <a:r>
              <a:t>Bullet point 7 on slide 22 with some filler text to test throughput</a:t>
            </a:r>
          </a:p>
          <a:p>
            <a:pPr lvl="1"/>
            <a:r>
              <a:t>Bullet point 8 on slide 22 with some filler text to test throughput</a:t>
            </a:r>
          </a:p>
          <a:p>
            <a:pPr lvl="2"/>
            <a:r>
              <a:t>Bullet point 9 on slide 22 with some filler text to test throughput</a:t>
            </a:r>
          </a:p>
          <a:p>
            <a:pPr/>
            <a:r>
              <a:t>Bullet point 10 on slide 22 with some filler text to test throughput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23 with some filler text to test throughput</a:t>
            </a:r>
          </a:p>
          <a:p>
            <a:pPr lvl="1"/>
            <a:r>
              <a:t>Bullet point 2 on slide 23 with some filler text to test throughput</a:t>
            </a:r>
          </a:p>
          <a:p>
            <a:pPr lvl="2"/>
            <a:r>
              <a:t>Bullet point 3 on slide 23 with some filler text to test throughput</a:t>
            </a:r>
          </a:p>
          <a:p>
            <a:pPr/>
            <a:r>
              <a:t>Bullet point 4 on slide 23 with some filler text to test throughput</a:t>
            </a:r>
          </a:p>
          <a:p>
            <a:pPr lvl="1"/>
            <a:r>
              <a:t>Bullet point 5 on slide 23 with some filler text to test throughput</a:t>
            </a:r>
          </a:p>
          <a:p>
            <a:pPr lvl="2"/>
            <a:r>
              <a:t>Bullet point 6 on slide 23 with some filler text to test throughput</a:t>
            </a:r>
          </a:p>
          <a:p>
            <a:pPr/>
            <a:r>
              <a:t>Bullet point 7 on slide 23 with some filler text to test throughput</a:t>
            </a:r>
          </a:p>
          <a:p>
            <a:pPr lvl="1"/>
            <a:r>
              <a:t>Bullet point 8 on slide 23 with some filler text to test throughput</a:t>
            </a:r>
          </a:p>
          <a:p>
            <a:pPr lvl="2"/>
            <a:r>
              <a:t>Bullet point 9 on slide 23 with some filler text to test throughput</a:t>
            </a:r>
          </a:p>
          <a:p>
            <a:pPr/>
            <a:r>
              <a:t>Bullet point 10 on slide 23 with some filler text to test throughput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24 with some filler text to test throughput</a:t>
            </a:r>
          </a:p>
          <a:p>
            <a:pPr lvl="1"/>
            <a:r>
              <a:t>Bullet point 2 on slide 24 with some filler text to test throughput</a:t>
            </a:r>
          </a:p>
          <a:p>
            <a:pPr lvl="2"/>
            <a:r>
              <a:t>Bullet point 3 on slide 24 with some filler text to test throughput</a:t>
            </a:r>
          </a:p>
          <a:p>
            <a:pPr/>
            <a:r>
              <a:t>Bullet point 4 on slide 24 with some filler text to test throughput</a:t>
            </a:r>
          </a:p>
          <a:p>
            <a:pPr lvl="1"/>
            <a:r>
              <a:t>Bullet point 5 on slide 24 with some filler text to test throughput</a:t>
            </a:r>
          </a:p>
          <a:p>
            <a:pPr lvl="2"/>
            <a:r>
              <a:t>Bullet point 6 on slide 24 with some filler text to test throughput</a:t>
            </a:r>
          </a:p>
          <a:p>
            <a:pPr/>
            <a:r>
              <a:t>Bullet point 7 on slide 24 with some filler text to test throughput</a:t>
            </a:r>
          </a:p>
          <a:p>
            <a:pPr lvl="1"/>
            <a:r>
              <a:t>Bullet point 8 on slide 24 with some filler text to test throughput</a:t>
            </a:r>
          </a:p>
          <a:p>
            <a:pPr lvl="2"/>
            <a:r>
              <a:t>Bullet point 9 on slide 24 with some filler text to test throughput</a:t>
            </a:r>
          </a:p>
          <a:p>
            <a:pPr/>
            <a:r>
              <a:t>Bullet point 10 on slide 24 with some filler text to test throughput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25 with some filler text to test throughput</a:t>
            </a:r>
          </a:p>
          <a:p>
            <a:pPr lvl="1"/>
            <a:r>
              <a:t>Bullet point 2 on slide 25 with some filler text to test throughput</a:t>
            </a:r>
          </a:p>
          <a:p>
            <a:pPr lvl="2"/>
            <a:r>
              <a:t>Bullet point 3 on slide 25 with some filler text to test throughput</a:t>
            </a:r>
          </a:p>
          <a:p>
            <a:pPr/>
            <a:r>
              <a:t>Bullet point 4 on slide 25 with some filler text to test throughput</a:t>
            </a:r>
          </a:p>
          <a:p>
            <a:pPr lvl="1"/>
            <a:r>
              <a:t>Bullet point 5 on slide 25 with some filler text to test throughput</a:t>
            </a:r>
          </a:p>
          <a:p>
            <a:pPr lvl="2"/>
            <a:r>
              <a:t>Bullet point 6 on slide 25 with some filler text to test throughput</a:t>
            </a:r>
          </a:p>
          <a:p>
            <a:pPr/>
            <a:r>
              <a:t>Bullet point 7 on slide 25 with some filler text to test throughput</a:t>
            </a:r>
          </a:p>
          <a:p>
            <a:pPr lvl="1"/>
            <a:r>
              <a:t>Bullet point 8 on slide 25 with some filler text to test throughput</a:t>
            </a:r>
          </a:p>
          <a:p>
            <a:pPr lvl="2"/>
            <a:r>
              <a:t>Bullet point 9 on slide 25 with some filler text to test throughput</a:t>
            </a:r>
          </a:p>
          <a:p>
            <a:pPr/>
            <a:r>
              <a:t>Bullet point 10 on slide 25 with some filler text to test throughput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26 with some filler text to test throughput</a:t>
            </a:r>
          </a:p>
          <a:p>
            <a:pPr lvl="1"/>
            <a:r>
              <a:t>Bullet point 2 on slide 26 with some filler text to test throughput</a:t>
            </a:r>
          </a:p>
          <a:p>
            <a:pPr lvl="2"/>
            <a:r>
              <a:t>Bullet point 3 on slide 26 with some filler text to test throughput</a:t>
            </a:r>
          </a:p>
          <a:p>
            <a:pPr/>
            <a:r>
              <a:t>Bullet point 4 on slide 26 with some filler text to test throughput</a:t>
            </a:r>
          </a:p>
          <a:p>
            <a:pPr lvl="1"/>
            <a:r>
              <a:t>Bullet point 5 on slide 26 with some filler text to test throughput</a:t>
            </a:r>
          </a:p>
          <a:p>
            <a:pPr lvl="2"/>
            <a:r>
              <a:t>Bullet point 6 on slide 26 with some filler text to test throughput</a:t>
            </a:r>
          </a:p>
          <a:p>
            <a:pPr/>
            <a:r>
              <a:t>Bullet point 7 on slide 26 with some filler text to test throughput</a:t>
            </a:r>
          </a:p>
          <a:p>
            <a:pPr lvl="1"/>
            <a:r>
              <a:t>Bullet point 8 on slide 26 with some filler text to test throughput</a:t>
            </a:r>
          </a:p>
          <a:p>
            <a:pPr lvl="2"/>
            <a:r>
              <a:t>Bullet point 9 on slide 26 with some filler text to test throughput</a:t>
            </a:r>
          </a:p>
          <a:p>
            <a:pPr/>
            <a:r>
              <a:t>Bullet point 10 on slide 26 with some filler text to test throughput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27 with some filler text to test throughput</a:t>
            </a:r>
          </a:p>
          <a:p>
            <a:pPr lvl="1"/>
            <a:r>
              <a:t>Bullet point 2 on slide 27 with some filler text to test throughput</a:t>
            </a:r>
          </a:p>
          <a:p>
            <a:pPr lvl="2"/>
            <a:r>
              <a:t>Bullet point 3 on slide 27 with some filler text to test throughput</a:t>
            </a:r>
          </a:p>
          <a:p>
            <a:pPr/>
            <a:r>
              <a:t>Bullet point 4 on slide 27 with some filler text to test throughput</a:t>
            </a:r>
          </a:p>
          <a:p>
            <a:pPr lvl="1"/>
            <a:r>
              <a:t>Bullet point 5 on slide 27 with some filler text to test throughput</a:t>
            </a:r>
          </a:p>
          <a:p>
            <a:pPr lvl="2"/>
            <a:r>
              <a:t>Bullet point 6 on slide 27 with some filler text to test throughput</a:t>
            </a:r>
          </a:p>
          <a:p>
            <a:pPr/>
            <a:r>
              <a:t>Bullet point 7 on slide 27 with some filler text to test throughput</a:t>
            </a:r>
          </a:p>
          <a:p>
            <a:pPr lvl="1"/>
            <a:r>
              <a:t>Bullet point 8 on slide 27 with some filler text to test throughput</a:t>
            </a:r>
          </a:p>
          <a:p>
            <a:pPr lvl="2"/>
            <a:r>
              <a:t>Bullet point 9 on slide 27 with some filler text to test throughput</a:t>
            </a:r>
          </a:p>
          <a:p>
            <a:pPr/>
            <a:r>
              <a:t>Bullet point 10 on slide 27 with some filler text to test throughput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28 with some filler text to test throughput</a:t>
            </a:r>
          </a:p>
          <a:p>
            <a:pPr lvl="1"/>
            <a:r>
              <a:t>Bullet point 2 on slide 28 with some filler text to test throughput</a:t>
            </a:r>
          </a:p>
          <a:p>
            <a:pPr lvl="2"/>
            <a:r>
              <a:t>Bullet point 3 on slide 28 with some filler text to test throughput</a:t>
            </a:r>
          </a:p>
          <a:p>
            <a:pPr/>
            <a:r>
              <a:t>Bullet point 4 on slide 28 with some filler text to test throughput</a:t>
            </a:r>
          </a:p>
          <a:p>
            <a:pPr lvl="1"/>
            <a:r>
              <a:t>Bullet point 5 on slide 28 with some filler text to test throughput</a:t>
            </a:r>
          </a:p>
          <a:p>
            <a:pPr lvl="2"/>
            <a:r>
              <a:t>Bullet point 6 on slide 28 with some filler text to test throughput</a:t>
            </a:r>
          </a:p>
          <a:p>
            <a:pPr/>
            <a:r>
              <a:t>Bullet point 7 on slide 28 with some filler text to test throughput</a:t>
            </a:r>
          </a:p>
          <a:p>
            <a:pPr lvl="1"/>
            <a:r>
              <a:t>Bullet point 8 on slide 28 with some filler text to test throughput</a:t>
            </a:r>
          </a:p>
          <a:p>
            <a:pPr lvl="2"/>
            <a:r>
              <a:t>Bullet point 9 on slide 28 with some filler text to test throughput</a:t>
            </a:r>
          </a:p>
          <a:p>
            <a:pPr/>
            <a:r>
              <a:t>Bullet point 10 on slide 28 with some filler text to test throughput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29 with some filler text to test throughput</a:t>
            </a:r>
          </a:p>
          <a:p>
            <a:pPr lvl="1"/>
            <a:r>
              <a:t>Bullet point 2 on slide 29 with some filler text to test throughput</a:t>
            </a:r>
          </a:p>
          <a:p>
            <a:pPr lvl="2"/>
            <a:r>
              <a:t>Bullet point 3 on slide 29 with some filler text to test throughput</a:t>
            </a:r>
          </a:p>
          <a:p>
            <a:pPr/>
            <a:r>
              <a:t>Bullet point 4 on slide 29 with some filler text to test throughput</a:t>
            </a:r>
          </a:p>
          <a:p>
            <a:pPr lvl="1"/>
            <a:r>
              <a:t>Bullet point 5 on slide 29 with some filler text to test throughput</a:t>
            </a:r>
          </a:p>
          <a:p>
            <a:pPr lvl="2"/>
            <a:r>
              <a:t>Bullet point 6 on slide 29 with some filler text to test throughput</a:t>
            </a:r>
          </a:p>
          <a:p>
            <a:pPr/>
            <a:r>
              <a:t>Bullet point 7 on slide 29 with some filler text to test throughput</a:t>
            </a:r>
          </a:p>
          <a:p>
            <a:pPr lvl="1"/>
            <a:r>
              <a:t>Bullet point 8 on slide 29 with some filler text to test throughput</a:t>
            </a:r>
          </a:p>
          <a:p>
            <a:pPr lvl="2"/>
            <a:r>
              <a:t>Bullet point 9 on slide 29 with some filler text to test throughput</a:t>
            </a:r>
          </a:p>
          <a:p>
            <a:pPr/>
            <a:r>
              <a:t>Bullet point 10 on slide 29 with some filler text to test throughput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30 with some filler text to test throughput</a:t>
            </a:r>
          </a:p>
          <a:p>
            <a:pPr lvl="1"/>
            <a:r>
              <a:t>Bullet point 2 on slide 30 with some filler text to test throughput</a:t>
            </a:r>
          </a:p>
          <a:p>
            <a:pPr lvl="2"/>
            <a:r>
              <a:t>Bullet point 3 on slide 30 with some filler text to test throughput</a:t>
            </a:r>
          </a:p>
          <a:p>
            <a:pPr/>
            <a:r>
              <a:t>Bullet point 4 on slide 30 with some filler text to test throughput</a:t>
            </a:r>
          </a:p>
          <a:p>
            <a:pPr lvl="1"/>
            <a:r>
              <a:t>Bullet point 5 on slide 30 with some filler text to test throughput</a:t>
            </a:r>
          </a:p>
          <a:p>
            <a:pPr lvl="2"/>
            <a:r>
              <a:t>Bullet point 6 on slide 30 with some filler text to test throughput</a:t>
            </a:r>
          </a:p>
          <a:p>
            <a:pPr/>
            <a:r>
              <a:t>Bullet point 7 on slide 30 with some filler text to test throughput</a:t>
            </a:r>
          </a:p>
          <a:p>
            <a:pPr lvl="1"/>
            <a:r>
              <a:t>Bullet point 8 on slide 30 with some filler text to test throughput</a:t>
            </a:r>
          </a:p>
          <a:p>
            <a:pPr lvl="2"/>
            <a:r>
              <a:t>Bullet point 9 on slide 30 with some filler text to test throughput</a:t>
            </a:r>
          </a:p>
          <a:p>
            <a:pPr/>
            <a:r>
              <a:t>Bullet point 10 on slide 30 with some filler text to test throughput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31 with some filler text to test throughput</a:t>
            </a:r>
          </a:p>
          <a:p>
            <a:pPr lvl="1"/>
            <a:r>
              <a:t>Bullet point 2 on slide 31 with some filler text to test throughput</a:t>
            </a:r>
          </a:p>
          <a:p>
            <a:pPr lvl="2"/>
            <a:r>
              <a:t>Bullet point 3 on slide 31 with some filler text to test throughput</a:t>
            </a:r>
          </a:p>
          <a:p>
            <a:pPr/>
            <a:r>
              <a:t>Bullet point 4 on slide 31 with some filler text to test throughput</a:t>
            </a:r>
          </a:p>
          <a:p>
            <a:pPr lvl="1"/>
            <a:r>
              <a:t>Bullet point 5 on slide 31 with some filler text to test throughput</a:t>
            </a:r>
          </a:p>
          <a:p>
            <a:pPr lvl="2"/>
            <a:r>
              <a:t>Bullet point 6 on slide 31 with some filler text to test throughput</a:t>
            </a:r>
          </a:p>
          <a:p>
            <a:pPr/>
            <a:r>
              <a:t>Bullet point 7 on slide 31 with some filler text to test throughput</a:t>
            </a:r>
          </a:p>
          <a:p>
            <a:pPr lvl="1"/>
            <a:r>
              <a:t>Bullet point 8 on slide 31 with some filler text to test throughput</a:t>
            </a:r>
          </a:p>
          <a:p>
            <a:pPr lvl="2"/>
            <a:r>
              <a:t>Bullet point 9 on slide 31 with some filler text to test throughput</a:t>
            </a:r>
          </a:p>
          <a:p>
            <a:pPr/>
            <a:r>
              <a:t>Bullet point 10 on slide 31 with some filler text to test throughput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32 with some filler text to test throughput</a:t>
            </a:r>
          </a:p>
          <a:p>
            <a:pPr lvl="1"/>
            <a:r>
              <a:t>Bullet point 2 on slide 32 with some filler text to test throughput</a:t>
            </a:r>
          </a:p>
          <a:p>
            <a:pPr lvl="2"/>
            <a:r>
              <a:t>Bullet point 3 on slide 32 with some filler text to test throughput</a:t>
            </a:r>
          </a:p>
          <a:p>
            <a:pPr/>
            <a:r>
              <a:t>Bullet point 4 on slide 32 with some filler text to test throughput</a:t>
            </a:r>
          </a:p>
          <a:p>
            <a:pPr lvl="1"/>
            <a:r>
              <a:t>Bullet point 5 on slide 32 with some filler text to test throughput</a:t>
            </a:r>
          </a:p>
          <a:p>
            <a:pPr lvl="2"/>
            <a:r>
              <a:t>Bullet point 6 on slide 32 with some filler text to test throughput</a:t>
            </a:r>
          </a:p>
          <a:p>
            <a:pPr/>
            <a:r>
              <a:t>Bullet point 7 on slide 32 with some filler text to test throughput</a:t>
            </a:r>
          </a:p>
          <a:p>
            <a:pPr lvl="1"/>
            <a:r>
              <a:t>Bullet point 8 on slide 32 with some filler text to test throughput</a:t>
            </a:r>
          </a:p>
          <a:p>
            <a:pPr lvl="2"/>
            <a:r>
              <a:t>Bullet point 9 on slide 32 with some filler text to test throughput</a:t>
            </a:r>
          </a:p>
          <a:p>
            <a:pPr/>
            <a:r>
              <a:t>Bullet point 10 on slide 32 with some filler text to test throughput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33 with some filler text to test throughput</a:t>
            </a:r>
          </a:p>
          <a:p>
            <a:pPr lvl="1"/>
            <a:r>
              <a:t>Bullet point 2 on slide 33 with some filler text to test throughput</a:t>
            </a:r>
          </a:p>
          <a:p>
            <a:pPr lvl="2"/>
            <a:r>
              <a:t>Bullet point 3 on slide 33 with some filler text to test throughput</a:t>
            </a:r>
          </a:p>
          <a:p>
            <a:pPr/>
            <a:r>
              <a:t>Bullet point 4 on slide 33 with some filler text to test throughput</a:t>
            </a:r>
          </a:p>
          <a:p>
            <a:pPr lvl="1"/>
            <a:r>
              <a:t>Bullet point 5 on slide 33 with some filler text to test throughput</a:t>
            </a:r>
          </a:p>
          <a:p>
            <a:pPr lvl="2"/>
            <a:r>
              <a:t>Bullet point 6 on slide 33 with some filler text to test throughput</a:t>
            </a:r>
          </a:p>
          <a:p>
            <a:pPr/>
            <a:r>
              <a:t>Bullet point 7 on slide 33 with some filler text to test throughput</a:t>
            </a:r>
          </a:p>
          <a:p>
            <a:pPr lvl="1"/>
            <a:r>
              <a:t>Bullet point 8 on slide 33 with some filler text to test throughput</a:t>
            </a:r>
          </a:p>
          <a:p>
            <a:pPr lvl="2"/>
            <a:r>
              <a:t>Bullet point 9 on slide 33 with some filler text to test throughput</a:t>
            </a:r>
          </a:p>
          <a:p>
            <a:pPr/>
            <a:r>
              <a:t>Bullet point 10 on slide 33 with some filler text to test throughput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34 with some filler text to test throughput</a:t>
            </a:r>
          </a:p>
          <a:p>
            <a:pPr lvl="1"/>
            <a:r>
              <a:t>Bullet point 2 on slide 34 with some filler text to test throughput</a:t>
            </a:r>
          </a:p>
          <a:p>
            <a:pPr lvl="2"/>
            <a:r>
              <a:t>Bullet point 3 on slide 34 with some filler text to test throughput</a:t>
            </a:r>
          </a:p>
          <a:p>
            <a:pPr/>
            <a:r>
              <a:t>Bullet point 4 on slide 34 with some filler text to test throughput</a:t>
            </a:r>
          </a:p>
          <a:p>
            <a:pPr lvl="1"/>
            <a:r>
              <a:t>Bullet point 5 on slide 34 with some filler text to test throughput</a:t>
            </a:r>
          </a:p>
          <a:p>
            <a:pPr lvl="2"/>
            <a:r>
              <a:t>Bullet point 6 on slide 34 with some filler text to test throughput</a:t>
            </a:r>
          </a:p>
          <a:p>
            <a:pPr/>
            <a:r>
              <a:t>Bullet point 7 on slide 34 with some filler text to test throughput</a:t>
            </a:r>
          </a:p>
          <a:p>
            <a:pPr lvl="1"/>
            <a:r>
              <a:t>Bullet point 8 on slide 34 with some filler text to test throughput</a:t>
            </a:r>
          </a:p>
          <a:p>
            <a:pPr lvl="2"/>
            <a:r>
              <a:t>Bullet point 9 on slide 34 with some filler text to test throughput</a:t>
            </a:r>
          </a:p>
          <a:p>
            <a:pPr/>
            <a:r>
              <a:t>Bullet point 10 on slide 34 with some filler text to test throughput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35 with some filler text to test throughput</a:t>
            </a:r>
          </a:p>
          <a:p>
            <a:pPr lvl="1"/>
            <a:r>
              <a:t>Bullet point 2 on slide 35 with some filler text to test throughput</a:t>
            </a:r>
          </a:p>
          <a:p>
            <a:pPr lvl="2"/>
            <a:r>
              <a:t>Bullet point 3 on slide 35 with some filler text to test throughput</a:t>
            </a:r>
          </a:p>
          <a:p>
            <a:pPr/>
            <a:r>
              <a:t>Bullet point 4 on slide 35 with some filler text to test throughput</a:t>
            </a:r>
          </a:p>
          <a:p>
            <a:pPr lvl="1"/>
            <a:r>
              <a:t>Bullet point 5 on slide 35 with some filler text to test throughput</a:t>
            </a:r>
          </a:p>
          <a:p>
            <a:pPr lvl="2"/>
            <a:r>
              <a:t>Bullet point 6 on slide 35 with some filler text to test throughput</a:t>
            </a:r>
          </a:p>
          <a:p>
            <a:pPr/>
            <a:r>
              <a:t>Bullet point 7 on slide 35 with some filler text to test throughput</a:t>
            </a:r>
          </a:p>
          <a:p>
            <a:pPr lvl="1"/>
            <a:r>
              <a:t>Bullet point 8 on slide 35 with some filler text to test throughput</a:t>
            </a:r>
          </a:p>
          <a:p>
            <a:pPr lvl="2"/>
            <a:r>
              <a:t>Bullet point 9 on slide 35 with some filler text to test throughput</a:t>
            </a:r>
          </a:p>
          <a:p>
            <a:pPr/>
            <a:r>
              <a:t>Bullet point 10 on slide 35 with some filler text to test throughput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36 with some filler text to test throughput</a:t>
            </a:r>
          </a:p>
          <a:p>
            <a:pPr lvl="1"/>
            <a:r>
              <a:t>Bullet point 2 on slide 36 with some filler text to test throughput</a:t>
            </a:r>
          </a:p>
          <a:p>
            <a:pPr lvl="2"/>
            <a:r>
              <a:t>Bullet point 3 on slide 36 with some filler text to test throughput</a:t>
            </a:r>
          </a:p>
          <a:p>
            <a:pPr/>
            <a:r>
              <a:t>Bullet point 4 on slide 36 with some filler text to test throughput</a:t>
            </a:r>
          </a:p>
          <a:p>
            <a:pPr lvl="1"/>
            <a:r>
              <a:t>Bullet point 5 on slide 36 with some filler text to test throughput</a:t>
            </a:r>
          </a:p>
          <a:p>
            <a:pPr lvl="2"/>
            <a:r>
              <a:t>Bullet point 6 on slide 36 with some filler text to test throughput</a:t>
            </a:r>
          </a:p>
          <a:p>
            <a:pPr/>
            <a:r>
              <a:t>Bullet point 7 on slide 36 with some filler text to test throughput</a:t>
            </a:r>
          </a:p>
          <a:p>
            <a:pPr lvl="1"/>
            <a:r>
              <a:t>Bullet point 8 on slide 36 with some filler text to test throughput</a:t>
            </a:r>
          </a:p>
          <a:p>
            <a:pPr lvl="2"/>
            <a:r>
              <a:t>Bullet point 9 on slide 36 with some filler text to test throughput</a:t>
            </a:r>
          </a:p>
          <a:p>
            <a:pPr/>
            <a:r>
              <a:t>Bullet point 10 on slide 36 with some filler text to test throughput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37 with some filler text to test throughput</a:t>
            </a:r>
          </a:p>
          <a:p>
            <a:pPr lvl="1"/>
            <a:r>
              <a:t>Bullet point 2 on slide 37 with some filler text to test throughput</a:t>
            </a:r>
          </a:p>
          <a:p>
            <a:pPr lvl="2"/>
            <a:r>
              <a:t>Bullet point 3 on slide 37 with some filler text to test throughput</a:t>
            </a:r>
          </a:p>
          <a:p>
            <a:pPr/>
            <a:r>
              <a:t>Bullet point 4 on slide 37 with some filler text to test throughput</a:t>
            </a:r>
          </a:p>
          <a:p>
            <a:pPr lvl="1"/>
            <a:r>
              <a:t>Bullet point 5 on slide 37 with some filler text to test throughput</a:t>
            </a:r>
          </a:p>
          <a:p>
            <a:pPr lvl="2"/>
            <a:r>
              <a:t>Bullet point 6 on slide 37 with some filler text to test throughput</a:t>
            </a:r>
          </a:p>
          <a:p>
            <a:pPr/>
            <a:r>
              <a:t>Bullet point 7 on slide 37 with some filler text to test throughput</a:t>
            </a:r>
          </a:p>
          <a:p>
            <a:pPr lvl="1"/>
            <a:r>
              <a:t>Bullet point 8 on slide 37 with some filler text to test throughput</a:t>
            </a:r>
          </a:p>
          <a:p>
            <a:pPr lvl="2"/>
            <a:r>
              <a:t>Bullet point 9 on slide 37 with some filler text to test throughput</a:t>
            </a:r>
          </a:p>
          <a:p>
            <a:pPr/>
            <a:r>
              <a:t>Bullet point 10 on slide 37 with some filler text to test throughput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38 with some filler text to test throughput</a:t>
            </a:r>
          </a:p>
          <a:p>
            <a:pPr lvl="1"/>
            <a:r>
              <a:t>Bullet point 2 on slide 38 with some filler text to test throughput</a:t>
            </a:r>
          </a:p>
          <a:p>
            <a:pPr lvl="2"/>
            <a:r>
              <a:t>Bullet point 3 on slide 38 with some filler text to test throughput</a:t>
            </a:r>
          </a:p>
          <a:p>
            <a:pPr/>
            <a:r>
              <a:t>Bullet point 4 on slide 38 with some filler text to test throughput</a:t>
            </a:r>
          </a:p>
          <a:p>
            <a:pPr lvl="1"/>
            <a:r>
              <a:t>Bullet point 5 on slide 38 with some filler text to test throughput</a:t>
            </a:r>
          </a:p>
          <a:p>
            <a:pPr lvl="2"/>
            <a:r>
              <a:t>Bullet point 6 on slide 38 with some filler text to test throughput</a:t>
            </a:r>
          </a:p>
          <a:p>
            <a:pPr/>
            <a:r>
              <a:t>Bullet point 7 on slide 38 with some filler text to test throughput</a:t>
            </a:r>
          </a:p>
          <a:p>
            <a:pPr lvl="1"/>
            <a:r>
              <a:t>Bullet point 8 on slide 38 with some filler text to test throughput</a:t>
            </a:r>
          </a:p>
          <a:p>
            <a:pPr lvl="2"/>
            <a:r>
              <a:t>Bullet point 9 on slide 38 with some filler text to test throughput</a:t>
            </a:r>
          </a:p>
          <a:p>
            <a:pPr/>
            <a:r>
              <a:t>Bullet point 10 on slide 38 with some filler text to test throughput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39 with some filler text to test throughput</a:t>
            </a:r>
          </a:p>
          <a:p>
            <a:pPr lvl="1"/>
            <a:r>
              <a:t>Bullet point 2 on slide 39 with some filler text to test throughput</a:t>
            </a:r>
          </a:p>
          <a:p>
            <a:pPr lvl="2"/>
            <a:r>
              <a:t>Bullet point 3 on slide 39 with some filler text to test throughput</a:t>
            </a:r>
          </a:p>
          <a:p>
            <a:pPr/>
            <a:r>
              <a:t>Bullet point 4 on slide 39 with some filler text to test throughput</a:t>
            </a:r>
          </a:p>
          <a:p>
            <a:pPr lvl="1"/>
            <a:r>
              <a:t>Bullet point 5 on slide 39 with some filler text to test throughput</a:t>
            </a:r>
          </a:p>
          <a:p>
            <a:pPr lvl="2"/>
            <a:r>
              <a:t>Bullet point 6 on slide 39 with some filler text to test throughput</a:t>
            </a:r>
          </a:p>
          <a:p>
            <a:pPr/>
            <a:r>
              <a:t>Bullet point 7 on slide 39 with some filler text to test throughput</a:t>
            </a:r>
          </a:p>
          <a:p>
            <a:pPr lvl="1"/>
            <a:r>
              <a:t>Bullet point 8 on slide 39 with some filler text to test throughput</a:t>
            </a:r>
          </a:p>
          <a:p>
            <a:pPr lvl="2"/>
            <a:r>
              <a:t>Bullet point 9 on slide 39 with some filler text to test throughput</a:t>
            </a:r>
          </a:p>
          <a:p>
            <a:pPr/>
            <a:r>
              <a:t>Bullet point 10 on slide 39 with some filler text to test throughput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40 with some filler text to test throughput</a:t>
            </a:r>
          </a:p>
          <a:p>
            <a:pPr lvl="1"/>
            <a:r>
              <a:t>Bullet point 2 on slide 40 with some filler text to test throughput</a:t>
            </a:r>
          </a:p>
          <a:p>
            <a:pPr lvl="2"/>
            <a:r>
              <a:t>Bullet point 3 on slide 40 with some filler text to test throughput</a:t>
            </a:r>
          </a:p>
          <a:p>
            <a:pPr/>
            <a:r>
              <a:t>Bullet point 4 on slide 40 with some filler text to test throughput</a:t>
            </a:r>
          </a:p>
          <a:p>
            <a:pPr lvl="1"/>
            <a:r>
              <a:t>Bullet point 5 on slide 40 with some filler text to test throughput</a:t>
            </a:r>
          </a:p>
          <a:p>
            <a:pPr lvl="2"/>
            <a:r>
              <a:t>Bullet point 6 on slide 40 with some filler text to test throughput</a:t>
            </a:r>
          </a:p>
          <a:p>
            <a:pPr/>
            <a:r>
              <a:t>Bullet point 7 on slide 40 with some filler text to test throughput</a:t>
            </a:r>
          </a:p>
          <a:p>
            <a:pPr lvl="1"/>
            <a:r>
              <a:t>Bullet point 8 on slide 40 with some filler text to test throughput</a:t>
            </a:r>
          </a:p>
          <a:p>
            <a:pPr lvl="2"/>
            <a:r>
              <a:t>Bullet point 9 on slide 40 with some filler text to test throughput</a:t>
            </a:r>
          </a:p>
          <a:p>
            <a:pPr/>
            <a:r>
              <a:t>Bullet point 10 on slide 40 with some filler text to test throughput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41 with some filler text to test throughput</a:t>
            </a:r>
          </a:p>
          <a:p>
            <a:pPr lvl="1"/>
            <a:r>
              <a:t>Bullet point 2 on slide 41 with some filler text to test throughput</a:t>
            </a:r>
          </a:p>
          <a:p>
            <a:pPr lvl="2"/>
            <a:r>
              <a:t>Bullet point 3 on slide 41 with some filler text to test throughput</a:t>
            </a:r>
          </a:p>
          <a:p>
            <a:pPr/>
            <a:r>
              <a:t>Bullet point 4 on slide 41 with some filler text to test throughput</a:t>
            </a:r>
          </a:p>
          <a:p>
            <a:pPr lvl="1"/>
            <a:r>
              <a:t>Bullet point 5 on slide 41 with some filler text to test throughput</a:t>
            </a:r>
          </a:p>
          <a:p>
            <a:pPr lvl="2"/>
            <a:r>
              <a:t>Bullet point 6 on slide 41 with some filler text to test throughput</a:t>
            </a:r>
          </a:p>
          <a:p>
            <a:pPr/>
            <a:r>
              <a:t>Bullet point 7 on slide 41 with some filler text to test throughput</a:t>
            </a:r>
          </a:p>
          <a:p>
            <a:pPr lvl="1"/>
            <a:r>
              <a:t>Bullet point 8 on slide 41 with some filler text to test throughput</a:t>
            </a:r>
          </a:p>
          <a:p>
            <a:pPr lvl="2"/>
            <a:r>
              <a:t>Bullet point 9 on slide 41 with some filler text to test throughput</a:t>
            </a:r>
          </a:p>
          <a:p>
            <a:pPr/>
            <a:r>
              <a:t>Bullet point 10 on slide 41 with some filler text to test throughput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42 with some filler text to test throughput</a:t>
            </a:r>
          </a:p>
          <a:p>
            <a:pPr lvl="1"/>
            <a:r>
              <a:t>Bullet point 2 on slide 42 with some filler text to test throughput</a:t>
            </a:r>
          </a:p>
          <a:p>
            <a:pPr lvl="2"/>
            <a:r>
              <a:t>Bullet point 3 on slide 42 with some filler text to test throughput</a:t>
            </a:r>
          </a:p>
          <a:p>
            <a:pPr/>
            <a:r>
              <a:t>Bullet point 4 on slide 42 with some filler text to test throughput</a:t>
            </a:r>
          </a:p>
          <a:p>
            <a:pPr lvl="1"/>
            <a:r>
              <a:t>Bullet point 5 on slide 42 with some filler text to test throughput</a:t>
            </a:r>
          </a:p>
          <a:p>
            <a:pPr lvl="2"/>
            <a:r>
              <a:t>Bullet point 6 on slide 42 with some filler text to test throughput</a:t>
            </a:r>
          </a:p>
          <a:p>
            <a:pPr/>
            <a:r>
              <a:t>Bullet point 7 on slide 42 with some filler text to test throughput</a:t>
            </a:r>
          </a:p>
          <a:p>
            <a:pPr lvl="1"/>
            <a:r>
              <a:t>Bullet point 8 on slide 42 with some filler text to test throughput</a:t>
            </a:r>
          </a:p>
          <a:p>
            <a:pPr lvl="2"/>
            <a:r>
              <a:t>Bullet point 9 on slide 42 with some filler text to test throughput</a:t>
            </a:r>
          </a:p>
          <a:p>
            <a:pPr/>
            <a:r>
              <a:t>Bullet point 10 on slide 42 with some filler text to test throughput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43 with some filler text to test throughput</a:t>
            </a:r>
          </a:p>
          <a:p>
            <a:pPr lvl="1"/>
            <a:r>
              <a:t>Bullet point 2 on slide 43 with some filler text to test throughput</a:t>
            </a:r>
          </a:p>
          <a:p>
            <a:pPr lvl="2"/>
            <a:r>
              <a:t>Bullet point 3 on slide 43 with some filler text to test throughput</a:t>
            </a:r>
          </a:p>
          <a:p>
            <a:pPr/>
            <a:r>
              <a:t>Bullet point 4 on slide 43 with some filler text to test throughput</a:t>
            </a:r>
          </a:p>
          <a:p>
            <a:pPr lvl="1"/>
            <a:r>
              <a:t>Bullet point 5 on slide 43 with some filler text to test throughput</a:t>
            </a:r>
          </a:p>
          <a:p>
            <a:pPr lvl="2"/>
            <a:r>
              <a:t>Bullet point 6 on slide 43 with some filler text to test throughput</a:t>
            </a:r>
          </a:p>
          <a:p>
            <a:pPr/>
            <a:r>
              <a:t>Bullet point 7 on slide 43 with some filler text to test throughput</a:t>
            </a:r>
          </a:p>
          <a:p>
            <a:pPr lvl="1"/>
            <a:r>
              <a:t>Bullet point 8 on slide 43 with some filler text to test throughput</a:t>
            </a:r>
          </a:p>
          <a:p>
            <a:pPr lvl="2"/>
            <a:r>
              <a:t>Bullet point 9 on slide 43 with some filler text to test throughput</a:t>
            </a:r>
          </a:p>
          <a:p>
            <a:pPr/>
            <a:r>
              <a:t>Bullet point 10 on slide 43 with some filler text to test throughput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44 with some filler text to test throughput</a:t>
            </a:r>
          </a:p>
          <a:p>
            <a:pPr lvl="1"/>
            <a:r>
              <a:t>Bullet point 2 on slide 44 with some filler text to test throughput</a:t>
            </a:r>
          </a:p>
          <a:p>
            <a:pPr lvl="2"/>
            <a:r>
              <a:t>Bullet point 3 on slide 44 with some filler text to test throughput</a:t>
            </a:r>
          </a:p>
          <a:p>
            <a:pPr/>
            <a:r>
              <a:t>Bullet point 4 on slide 44 with some filler text to test throughput</a:t>
            </a:r>
          </a:p>
          <a:p>
            <a:pPr lvl="1"/>
            <a:r>
              <a:t>Bullet point 5 on slide 44 with some filler text to test throughput</a:t>
            </a:r>
          </a:p>
          <a:p>
            <a:pPr lvl="2"/>
            <a:r>
              <a:t>Bullet point 6 on slide 44 with some filler text to test throughput</a:t>
            </a:r>
          </a:p>
          <a:p>
            <a:pPr/>
            <a:r>
              <a:t>Bullet point 7 on slide 44 with some filler text to test throughput</a:t>
            </a:r>
          </a:p>
          <a:p>
            <a:pPr lvl="1"/>
            <a:r>
              <a:t>Bullet point 8 on slide 44 with some filler text to test throughput</a:t>
            </a:r>
          </a:p>
          <a:p>
            <a:pPr lvl="2"/>
            <a:r>
              <a:t>Bullet point 9 on slide 44 with some filler text to test throughput</a:t>
            </a:r>
          </a:p>
          <a:p>
            <a:pPr/>
            <a:r>
              <a:t>Bullet point 10 on slide 44 with some filler text to test throughput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45 with some filler text to test throughput</a:t>
            </a:r>
          </a:p>
          <a:p>
            <a:pPr lvl="1"/>
            <a:r>
              <a:t>Bullet point 2 on slide 45 with some filler text to test throughput</a:t>
            </a:r>
          </a:p>
          <a:p>
            <a:pPr lvl="2"/>
            <a:r>
              <a:t>Bullet point 3 on slide 45 with some filler text to test throughput</a:t>
            </a:r>
          </a:p>
          <a:p>
            <a:pPr/>
            <a:r>
              <a:t>Bullet point 4 on slide 45 with some filler text to test throughput</a:t>
            </a:r>
          </a:p>
          <a:p>
            <a:pPr lvl="1"/>
            <a:r>
              <a:t>Bullet point 5 on slide 45 with some filler text to test throughput</a:t>
            </a:r>
          </a:p>
          <a:p>
            <a:pPr lvl="2"/>
            <a:r>
              <a:t>Bullet point 6 on slide 45 with some filler text to test throughput</a:t>
            </a:r>
          </a:p>
          <a:p>
            <a:pPr/>
            <a:r>
              <a:t>Bullet point 7 on slide 45 with some filler text to test throughput</a:t>
            </a:r>
          </a:p>
          <a:p>
            <a:pPr lvl="1"/>
            <a:r>
              <a:t>Bullet point 8 on slide 45 with some filler text to test throughput</a:t>
            </a:r>
          </a:p>
          <a:p>
            <a:pPr lvl="2"/>
            <a:r>
              <a:t>Bullet point 9 on slide 45 with some filler text to test throughput</a:t>
            </a:r>
          </a:p>
          <a:p>
            <a:pPr/>
            <a:r>
              <a:t>Bullet point 10 on slide 45 with some filler text to test throughput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46 with some filler text to test throughput</a:t>
            </a:r>
          </a:p>
          <a:p>
            <a:pPr lvl="1"/>
            <a:r>
              <a:t>Bullet point 2 on slide 46 with some filler text to test throughput</a:t>
            </a:r>
          </a:p>
          <a:p>
            <a:pPr lvl="2"/>
            <a:r>
              <a:t>Bullet point 3 on slide 46 with some filler text to test throughput</a:t>
            </a:r>
          </a:p>
          <a:p>
            <a:pPr/>
            <a:r>
              <a:t>Bullet point 4 on slide 46 with some filler text to test throughput</a:t>
            </a:r>
          </a:p>
          <a:p>
            <a:pPr lvl="1"/>
            <a:r>
              <a:t>Bullet point 5 on slide 46 with some filler text to test throughput</a:t>
            </a:r>
          </a:p>
          <a:p>
            <a:pPr lvl="2"/>
            <a:r>
              <a:t>Bullet point 6 on slide 46 with some filler text to test throughput</a:t>
            </a:r>
          </a:p>
          <a:p>
            <a:pPr/>
            <a:r>
              <a:t>Bullet point 7 on slide 46 with some filler text to test throughput</a:t>
            </a:r>
          </a:p>
          <a:p>
            <a:pPr lvl="1"/>
            <a:r>
              <a:t>Bullet point 8 on slide 46 with some filler text to test throughput</a:t>
            </a:r>
          </a:p>
          <a:p>
            <a:pPr lvl="2"/>
            <a:r>
              <a:t>Bullet point 9 on slide 46 with some filler text to test throughput</a:t>
            </a:r>
          </a:p>
          <a:p>
            <a:pPr/>
            <a:r>
              <a:t>Bullet point 10 on slide 46 with some filler text to test throughput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47 with some filler text to test throughput</a:t>
            </a:r>
          </a:p>
          <a:p>
            <a:pPr lvl="1"/>
            <a:r>
              <a:t>Bullet point 2 on slide 47 with some filler text to test throughput</a:t>
            </a:r>
          </a:p>
          <a:p>
            <a:pPr lvl="2"/>
            <a:r>
              <a:t>Bullet point 3 on slide 47 with some filler text to test throughput</a:t>
            </a:r>
          </a:p>
          <a:p>
            <a:pPr/>
            <a:r>
              <a:t>Bullet point 4 on slide 47 with some filler text to test throughput</a:t>
            </a:r>
          </a:p>
          <a:p>
            <a:pPr lvl="1"/>
            <a:r>
              <a:t>Bullet point 5 on slide 47 with some filler text to test throughput</a:t>
            </a:r>
          </a:p>
          <a:p>
            <a:pPr lvl="2"/>
            <a:r>
              <a:t>Bullet point 6 on slide 47 with some filler text to test throughput</a:t>
            </a:r>
          </a:p>
          <a:p>
            <a:pPr/>
            <a:r>
              <a:t>Bullet point 7 on slide 47 with some filler text to test throughput</a:t>
            </a:r>
          </a:p>
          <a:p>
            <a:pPr lvl="1"/>
            <a:r>
              <a:t>Bullet point 8 on slide 47 with some filler text to test throughput</a:t>
            </a:r>
          </a:p>
          <a:p>
            <a:pPr lvl="2"/>
            <a:r>
              <a:t>Bullet point 9 on slide 47 with some filler text to test throughput</a:t>
            </a:r>
          </a:p>
          <a:p>
            <a:pPr/>
            <a:r>
              <a:t>Bullet point 10 on slide 47 with some filler text to test throughput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48 with some filler text to test throughput</a:t>
            </a:r>
          </a:p>
          <a:p>
            <a:pPr lvl="1"/>
            <a:r>
              <a:t>Bullet point 2 on slide 48 with some filler text to test throughput</a:t>
            </a:r>
          </a:p>
          <a:p>
            <a:pPr lvl="2"/>
            <a:r>
              <a:t>Bullet point 3 on slide 48 with some filler text to test throughput</a:t>
            </a:r>
          </a:p>
          <a:p>
            <a:pPr/>
            <a:r>
              <a:t>Bullet point 4 on slide 48 with some filler text to test throughput</a:t>
            </a:r>
          </a:p>
          <a:p>
            <a:pPr lvl="1"/>
            <a:r>
              <a:t>Bullet point 5 on slide 48 with some filler text to test throughput</a:t>
            </a:r>
          </a:p>
          <a:p>
            <a:pPr lvl="2"/>
            <a:r>
              <a:t>Bullet point 6 on slide 48 with some filler text to test throughput</a:t>
            </a:r>
          </a:p>
          <a:p>
            <a:pPr/>
            <a:r>
              <a:t>Bullet point 7 on slide 48 with some filler text to test throughput</a:t>
            </a:r>
          </a:p>
          <a:p>
            <a:pPr lvl="1"/>
            <a:r>
              <a:t>Bullet point 8 on slide 48 with some filler text to test throughput</a:t>
            </a:r>
          </a:p>
          <a:p>
            <a:pPr lvl="2"/>
            <a:r>
              <a:t>Bullet point 9 on slide 48 with some filler text to test throughput</a:t>
            </a:r>
          </a:p>
          <a:p>
            <a:pPr/>
            <a:r>
              <a:t>Bullet point 10 on slide 48 with some filler text to test throughput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49 with some filler text to test throughput</a:t>
            </a:r>
          </a:p>
          <a:p>
            <a:pPr lvl="1"/>
            <a:r>
              <a:t>Bullet point 2 on slide 49 with some filler text to test throughput</a:t>
            </a:r>
          </a:p>
          <a:p>
            <a:pPr lvl="2"/>
            <a:r>
              <a:t>Bullet point 3 on slide 49 with some filler text to test throughput</a:t>
            </a:r>
          </a:p>
          <a:p>
            <a:pPr/>
            <a:r>
              <a:t>Bullet point 4 on slide 49 with some filler text to test throughput</a:t>
            </a:r>
          </a:p>
          <a:p>
            <a:pPr lvl="1"/>
            <a:r>
              <a:t>Bullet point 5 on slide 49 with some filler text to test throughput</a:t>
            </a:r>
          </a:p>
          <a:p>
            <a:pPr lvl="2"/>
            <a:r>
              <a:t>Bullet point 6 on slide 49 with some filler text to test throughput</a:t>
            </a:r>
          </a:p>
          <a:p>
            <a:pPr/>
            <a:r>
              <a:t>Bullet point 7 on slide 49 with some filler text to test throughput</a:t>
            </a:r>
          </a:p>
          <a:p>
            <a:pPr lvl="1"/>
            <a:r>
              <a:t>Bullet point 8 on slide 49 with some filler text to test throughput</a:t>
            </a:r>
          </a:p>
          <a:p>
            <a:pPr lvl="2"/>
            <a:r>
              <a:t>Bullet point 9 on slide 49 with some filler text to test throughput</a:t>
            </a:r>
          </a:p>
          <a:p>
            <a:pPr/>
            <a:r>
              <a:t>Bullet point 10 on slide 49 with some filler text to test throughput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50: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Bullet point 1 on slide 50 with some filler text to test throughput</a:t>
            </a:r>
          </a:p>
          <a:p>
            <a:pPr lvl="1"/>
            <a:r>
              <a:t>Bullet point 2 on slide 50 with some filler text to test throughput</a:t>
            </a:r>
          </a:p>
          <a:p>
            <a:pPr lvl="2"/>
            <a:r>
              <a:t>Bullet point 3 on slide 50 with some filler text to test throughput</a:t>
            </a:r>
          </a:p>
          <a:p>
            <a:pPr/>
            <a:r>
              <a:t>Bullet point 4 on slide 50 with some filler text to test throughput</a:t>
            </a:r>
          </a:p>
          <a:p>
            <a:pPr lvl="1"/>
            <a:r>
              <a:t>Bullet point 5 on slide 50 with some filler text to test throughput</a:t>
            </a:r>
          </a:p>
          <a:p>
            <a:pPr lvl="2"/>
            <a:r>
              <a:t>Bullet point 6 on slide 50 with some filler text to test throughput</a:t>
            </a:r>
          </a:p>
          <a:p>
            <a:pPr/>
            <a:r>
              <a:t>Bullet point 7 on slide 50 with some filler text to test throughput</a:t>
            </a:r>
          </a:p>
          <a:p>
            <a:pPr lvl="1"/>
            <a:r>
              <a:t>Bullet point 8 on slide 50 with some filler text to test throughput</a:t>
            </a:r>
          </a:p>
          <a:p>
            <a:pPr lvl="2"/>
            <a:r>
              <a:t>Bullet point 9 on slide 50 with some filler text to test throughput</a:t>
            </a:r>
          </a:p>
          <a:p>
            <a:pPr/>
            <a:r>
              <a:t>Bullet point 10 on slide 50 with some filler text to test throughput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