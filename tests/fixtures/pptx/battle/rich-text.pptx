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s://273ventures.com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/>
              <a:t>Rich Text Formatting Test</a:t>
            </a:r>
          </a:p>
          <a:p>
            <a:r>
              <a:rPr b="1"/>
              <a:t>This is bold text</a:t>
            </a:r>
          </a:p>
          <a:p>
            <a:r>
              <a:rPr i="1"/>
              <a:t>This is italic text</a:t>
            </a:r>
          </a:p>
          <a:p>
            <a:r>
              <a:rPr b="1" i="1"/>
              <a:t>This is bold and italic</a:t>
            </a:r>
          </a:p>
          <a:p>
            <a:r>
              <a:t>Normal, </a:t>
            </a:r>
            <a:r>
              <a:rPr b="1"/>
              <a:t>bold</a:t>
            </a:r>
            <a:r>
              <a:t>, and </a:t>
            </a:r>
            <a:r>
              <a:rPr i="1"/>
              <a:t>italic</a:t>
            </a:r>
            <a:r>
              <a:t> in one paragraph.</a:t>
            </a:r>
          </a:p>
          <a:p>
            <a:r>
              <a:rPr>
                <a:hlinkClick r:id="rId2"/>
              </a:rPr>
              <a:t>Click here for link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Unicode: café résumé naïve 日本語 中文 العربية</a:t>
            </a:r>
          </a:p>
          <a:p>
            <a:r>
              <a:t>Special chars: &lt;&gt;&amp;"' © ® ™ — – … € £ ¥</a:t>
            </a:r>
          </a:p>
          <a:p/>
          <a:p>
            <a:r>
              <a:t>After empty paragraph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