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 1 (y=4.0)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 2 (y=3.5)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 3 (y=3.0)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 4 (y=2.5)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 5 (y=2.0)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Spatial Ordering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