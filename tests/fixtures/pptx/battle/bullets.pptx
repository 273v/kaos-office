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bullet</a:t>
            </a:r>
          </a:p>
          <a:p>
            <a:pPr/>
            <a:r>
              <a:t>Second bullet</a:t>
            </a:r>
          </a:p>
          <a:p>
            <a:pPr lvl="1"/>
            <a:r>
              <a:t>Nested item one</a:t>
            </a:r>
          </a:p>
          <a:p>
            <a:pPr lvl="1"/>
            <a:r>
              <a:t>Nested item two</a:t>
            </a:r>
          </a:p>
          <a:p>
            <a:pPr/>
            <a:r>
              <a:t>Third bullet</a:t>
            </a:r>
          </a:p>
          <a:p>
            <a:pPr lvl="2"/>
            <a:r>
              <a:t>Deep nested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t>Step one</a:t>
            </a:r>
          </a:p>
          <a:p>
            <a:pPr lvl="0">
              <a:buAutoNum type="arabicPeriod"/>
            </a:pPr>
            <a:r>
              <a:t>Step two</a:t>
            </a:r>
          </a:p>
          <a:p>
            <a:pPr lvl="0">
              <a:buAutoNum type="arabicPeriod"/>
            </a:pPr>
            <a:r>
              <a:t>Step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