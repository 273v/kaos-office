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 red rectangle test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pic>
        <p:nvPicPr>
          <p:cNvPr id="4" name="Picture 3" descr="_temp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