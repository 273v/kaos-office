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3.svg" ContentType="image/svg"/>
  <Override PartName="/ppt/media/image2.png" ContentType="image/png"/>
  <Override PartName="/ppt/media/image4.jpeg" ContentType="image/jpeg"/>
  <Override PartName="/ppt/media/image5.jpeg" ContentType="image/jpe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2.png"/><Relationship Id="rId11" Type="http://schemas.openxmlformats.org/officeDocument/2006/relationships/image" Target="../media/image3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891711-EDD8-4668-890D-0F50FF1952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5D59C9-0E76-4581-BF32-5620900927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"/>
          <p:cNvGrpSpPr/>
          <p:nvPr/>
        </p:nvGrpSpPr>
        <p:grpSpPr>
          <a:xfrm>
            <a:off x="8540280" y="5065920"/>
            <a:ext cx="1280160" cy="548640"/>
            <a:chOff x="8540280" y="5065920"/>
            <a:chExt cx="1280160" cy="548640"/>
          </a:xfrm>
        </p:grpSpPr>
        <p:sp>
          <p:nvSpPr>
            <p:cNvPr id="31" name=""/>
            <p:cNvSpPr/>
            <p:nvPr/>
          </p:nvSpPr>
          <p:spPr>
            <a:xfrm flipV="1" rot="21598800">
              <a:off x="9637560" y="543168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" name=""/>
            <p:cNvSpPr/>
            <p:nvPr/>
          </p:nvSpPr>
          <p:spPr>
            <a:xfrm flipV="1" rot="21598800">
              <a:off x="9271800" y="543168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" name=""/>
            <p:cNvSpPr/>
            <p:nvPr/>
          </p:nvSpPr>
          <p:spPr>
            <a:xfrm flipV="1" rot="21598800">
              <a:off x="8906400" y="543168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 flipV="1" rot="21598800">
              <a:off x="8540280" y="543168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 flipV="1" rot="21598800">
              <a:off x="8540280" y="506592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 flipV="1" rot="21598800">
              <a:off x="8906400" y="506592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 flipV="1" rot="21598800">
              <a:off x="9271800" y="506628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 flipV="1" rot="21598800">
              <a:off x="9637560" y="506592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39" name=""/>
          <p:cNvSpPr/>
          <p:nvPr/>
        </p:nvSpPr>
        <p:spPr>
          <a:xfrm>
            <a:off x="1499760" y="1774080"/>
            <a:ext cx="2926080" cy="2926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0" name=""/>
          <p:cNvSpPr/>
          <p:nvPr/>
        </p:nvSpPr>
        <p:spPr>
          <a:xfrm>
            <a:off x="1225080" y="1134360"/>
            <a:ext cx="1189080" cy="118836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1" name=""/>
          <p:cNvSpPr/>
          <p:nvPr/>
        </p:nvSpPr>
        <p:spPr>
          <a:xfrm>
            <a:off x="3420000" y="4242960"/>
            <a:ext cx="640080" cy="64008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6000" cy="414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1CE997E8-744E-407F-8391-FC51206AD2D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"/>
          <p:cNvGrpSpPr/>
          <p:nvPr/>
        </p:nvGrpSpPr>
        <p:grpSpPr>
          <a:xfrm>
            <a:off x="7406640" y="3566160"/>
            <a:ext cx="2377440" cy="4297680"/>
            <a:chOff x="7406640" y="3566160"/>
            <a:chExt cx="2377440" cy="4297680"/>
          </a:xfrm>
        </p:grpSpPr>
        <p:sp>
          <p:nvSpPr>
            <p:cNvPr id="49" name=""/>
            <p:cNvSpPr/>
            <p:nvPr/>
          </p:nvSpPr>
          <p:spPr>
            <a:xfrm>
              <a:off x="8138160" y="4754880"/>
              <a:ext cx="457200" cy="2560320"/>
            </a:xfrm>
            <a:prstGeom prst="rect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8961120" y="3566160"/>
              <a:ext cx="457200" cy="2560320"/>
            </a:xfrm>
            <a:prstGeom prst="rect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7406640" y="5303520"/>
              <a:ext cx="457200" cy="2560320"/>
            </a:xfrm>
            <a:prstGeom prst="rect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8503920" y="5120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8321040" y="530352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8869680" y="548640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5" name=""/>
          <p:cNvGrpSpPr/>
          <p:nvPr/>
        </p:nvGrpSpPr>
        <p:grpSpPr>
          <a:xfrm>
            <a:off x="274320" y="-2103120"/>
            <a:ext cx="5943600" cy="7406640"/>
            <a:chOff x="274320" y="-2103120"/>
            <a:chExt cx="5943600" cy="7406640"/>
          </a:xfrm>
        </p:grpSpPr>
        <p:sp>
          <p:nvSpPr>
            <p:cNvPr id="56" name=""/>
            <p:cNvSpPr/>
            <p:nvPr/>
          </p:nvSpPr>
          <p:spPr>
            <a:xfrm>
              <a:off x="1463040" y="-1554480"/>
              <a:ext cx="457200" cy="2560320"/>
            </a:xfrm>
            <a:prstGeom prst="rect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640080" y="-365760"/>
              <a:ext cx="457200" cy="2560320"/>
            </a:xfrm>
            <a:prstGeom prst="rect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2194560" y="-2103120"/>
              <a:ext cx="457200" cy="2560320"/>
            </a:xfrm>
            <a:prstGeom prst="rect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274320" y="18288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822960" y="365760"/>
              <a:ext cx="91440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274320" y="548640"/>
              <a:ext cx="1280160" cy="9144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3474720" y="2560320"/>
              <a:ext cx="2743200" cy="274320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914400" y="2835000"/>
              <a:ext cx="91440" cy="164592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buNone/>
            </a:pPr>
            <a:r>
              <a:rPr b="1" lang="en-US" sz="4400" strike="noStrike" u="wavyHeavy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wavyHeavy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BE04CD4F-5A13-4643-A670-268620CF3A7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0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1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2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3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4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5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6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7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55C90442-23DE-45B8-844A-4CD1265B308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822960" y="24688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0" name=""/>
          <p:cNvSpPr/>
          <p:nvPr/>
        </p:nvSpPr>
        <p:spPr>
          <a:xfrm>
            <a:off x="4480560" y="155448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1" name=""/>
          <p:cNvSpPr/>
          <p:nvPr/>
        </p:nvSpPr>
        <p:spPr>
          <a:xfrm>
            <a:off x="6583680" y="3108960"/>
            <a:ext cx="1463040" cy="146304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st="103350" dir="2700000" blurRad="0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3" name=""/>
          <p:cNvSpPr/>
          <p:nvPr/>
        </p:nvSpPr>
        <p:spPr>
          <a:xfrm>
            <a:off x="1554480" y="4114800"/>
            <a:ext cx="914400" cy="657360"/>
          </a:xfrm>
          <a:custGeom>
            <a:avLst/>
            <a:gdLst/>
            <a:ahLst/>
            <a:rect l="0" t="0" r="r" b="b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4" name=""/>
          <p:cNvSpPr/>
          <p:nvPr/>
        </p:nvSpPr>
        <p:spPr>
          <a:xfrm>
            <a:off x="3657600" y="1188720"/>
            <a:ext cx="822960" cy="640080"/>
          </a:xfrm>
          <a:custGeom>
            <a:avLst/>
            <a:gdLst/>
            <a:ahLst/>
            <a:rect l="0" t="0" r="r" b="b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5" name=""/>
          <p:cNvSpPr/>
          <p:nvPr/>
        </p:nvSpPr>
        <p:spPr>
          <a:xfrm>
            <a:off x="7955280" y="2011680"/>
            <a:ext cx="1464120" cy="1188720"/>
          </a:xfrm>
          <a:custGeom>
            <a:avLst/>
            <a:gdLst/>
            <a:ahLst/>
            <a:rect l="0" t="0" r="r" b="b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5" name=""/>
          <p:cNvSpPr/>
          <p:nvPr/>
        </p:nvSpPr>
        <p:spPr>
          <a:xfrm>
            <a:off x="2468880" y="822960"/>
            <a:ext cx="1410480" cy="13716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6" name=""/>
          <p:cNvSpPr/>
          <p:nvPr/>
        </p:nvSpPr>
        <p:spPr>
          <a:xfrm>
            <a:off x="3931920" y="466344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77" name=""/>
          <p:cNvSpPr/>
          <p:nvPr/>
        </p:nvSpPr>
        <p:spPr>
          <a:xfrm>
            <a:off x="8412480" y="1280160"/>
            <a:ext cx="1097280" cy="10058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03CD792-9F7F-4A8B-9DA8-1E04BF65BF2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2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3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95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96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7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8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21E93654-611F-4FFD-BD93-01B033F837B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dgm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2103480" y="36583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2" name=""/>
          <p:cNvSpPr/>
          <p:nvPr/>
        </p:nvSpPr>
        <p:spPr>
          <a:xfrm>
            <a:off x="823320" y="-27324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3" name=""/>
          <p:cNvSpPr/>
          <p:nvPr/>
        </p:nvSpPr>
        <p:spPr>
          <a:xfrm>
            <a:off x="7955640" y="310968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4" name=""/>
          <p:cNvSpPr/>
          <p:nvPr/>
        </p:nvSpPr>
        <p:spPr>
          <a:xfrm>
            <a:off x="9601560" y="915120"/>
            <a:ext cx="164592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07" name=""/>
          <p:cNvGrpSpPr/>
          <p:nvPr/>
        </p:nvGrpSpPr>
        <p:grpSpPr>
          <a:xfrm>
            <a:off x="3836880" y="1151280"/>
            <a:ext cx="2339640" cy="4334400"/>
            <a:chOff x="3836880" y="1151280"/>
            <a:chExt cx="2339640" cy="4334400"/>
          </a:xfrm>
        </p:grpSpPr>
        <p:sp>
          <p:nvSpPr>
            <p:cNvPr id="96" name=""/>
            <p:cNvSpPr/>
            <p:nvPr/>
          </p:nvSpPr>
          <p:spPr>
            <a:xfrm flipH="1" flipV="1" rot="5400000">
              <a:off x="3882600" y="1368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7" name=""/>
            <p:cNvSpPr/>
            <p:nvPr/>
          </p:nvSpPr>
          <p:spPr>
            <a:xfrm flipH="1" flipV="1" rot="5400000">
              <a:off x="4759200" y="11055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8" name=""/>
            <p:cNvSpPr/>
            <p:nvPr/>
          </p:nvSpPr>
          <p:spPr>
            <a:xfrm flipH="1" flipV="1" rot="5400000">
              <a:off x="3882600" y="271872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 flipV="1" rot="5400000">
              <a:off x="4759200" y="245664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 flipV="1" rot="5400000">
              <a:off x="3882600" y="406836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 flipV="1" rot="5400000">
              <a:off x="4759200" y="3807000"/>
              <a:ext cx="1371600" cy="146304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EF7DFF4-A963-4183-95F8-BE88B191B88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4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5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9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B51B8235-BD64-4EF2-BC85-B66952303D9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677196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4" name=""/>
          <p:cNvSpPr/>
          <p:nvPr/>
        </p:nvSpPr>
        <p:spPr>
          <a:xfrm>
            <a:off x="5813280" y="38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5" name=""/>
          <p:cNvSpPr/>
          <p:nvPr/>
        </p:nvSpPr>
        <p:spPr>
          <a:xfrm>
            <a:off x="7589520" y="2560320"/>
            <a:ext cx="2194560" cy="2194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"/>
          <p:cNvSpPr/>
          <p:nvPr/>
        </p:nvSpPr>
        <p:spPr>
          <a:xfrm>
            <a:off x="3200400" y="7315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1424160" y="348912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8" name=""/>
          <p:cNvSpPr/>
          <p:nvPr/>
        </p:nvSpPr>
        <p:spPr>
          <a:xfrm>
            <a:off x="700920" y="1900080"/>
            <a:ext cx="1402200" cy="1848960"/>
          </a:xfrm>
          <a:custGeom>
            <a:avLst/>
            <a:gdLst/>
            <a:ahLst/>
            <a:rect l="0" t="0" r="r" b="b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9" name=""/>
          <p:cNvSpPr/>
          <p:nvPr/>
        </p:nvSpPr>
        <p:spPr>
          <a:xfrm>
            <a:off x="3931920" y="201168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0" name=""/>
          <p:cNvSpPr/>
          <p:nvPr/>
        </p:nvSpPr>
        <p:spPr>
          <a:xfrm>
            <a:off x="7724880" y="2103120"/>
            <a:ext cx="779040" cy="1463040"/>
          </a:xfrm>
          <a:custGeom>
            <a:avLst/>
            <a:gdLst/>
            <a:ahLst/>
            <a:rect l="0" t="0" r="r" b="b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1424160" y="475488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"/>
          <p:cNvSpPr/>
          <p:nvPr/>
        </p:nvSpPr>
        <p:spPr>
          <a:xfrm>
            <a:off x="2887200" y="1300320"/>
            <a:ext cx="861840" cy="18288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B9804E8F-4BDA-4549-9A21-289DF2F3184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"/>
          <p:cNvGrpSpPr/>
          <p:nvPr/>
        </p:nvGrpSpPr>
        <p:grpSpPr>
          <a:xfrm>
            <a:off x="2982960" y="1548000"/>
            <a:ext cx="5982480" cy="3326040"/>
            <a:chOff x="2982960" y="1548000"/>
            <a:chExt cx="5982480" cy="3326040"/>
          </a:xfrm>
        </p:grpSpPr>
        <p:sp>
          <p:nvSpPr>
            <p:cNvPr id="137" name=""/>
            <p:cNvSpPr/>
            <p:nvPr/>
          </p:nvSpPr>
          <p:spPr>
            <a:xfrm>
              <a:off x="3570480" y="1888200"/>
              <a:ext cx="4927320" cy="262332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3763800" y="1585440"/>
              <a:ext cx="4927320" cy="262332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rIns="99000" tIns="54000" bIns="54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9" name=""/>
            <p:cNvSpPr txBox="1"/>
            <p:nvPr/>
          </p:nvSpPr>
          <p:spPr>
            <a:xfrm>
              <a:off x="3844800" y="154800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spAutoFit/>
            </a:bodyPr>
            <a:p>
              <a:r>
                <a:rPr b="0" lang="en-US" sz="80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“</a:t>
              </a:r>
              <a:endParaRPr b="0" lang="en-US" sz="80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0" name=""/>
            <p:cNvSpPr txBox="1"/>
            <p:nvPr/>
          </p:nvSpPr>
          <p:spPr>
            <a:xfrm>
              <a:off x="7868160" y="3399840"/>
              <a:ext cx="109728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spAutoFit/>
            </a:bodyPr>
            <a:p>
              <a:r>
                <a:rPr b="0" lang="en-US" sz="8000" strike="noStrike" u="none">
                  <a:solidFill>
                    <a:srgbClr val="000000"/>
                  </a:solidFill>
                  <a:effectLst/>
                  <a:uFillTx/>
                  <a:latin typeface="Noto Sans"/>
                </a:rPr>
                <a:t>”</a:t>
              </a:r>
              <a:endParaRPr b="0" lang="en-US" sz="80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2982960" y="4117320"/>
              <a:ext cx="1044720" cy="30276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42" name=""/>
          <p:cNvGrpSpPr/>
          <p:nvPr/>
        </p:nvGrpSpPr>
        <p:grpSpPr>
          <a:xfrm>
            <a:off x="-927000" y="-375120"/>
            <a:ext cx="3796200" cy="6389640"/>
            <a:chOff x="-927000" y="-375120"/>
            <a:chExt cx="3796200" cy="6389640"/>
          </a:xfrm>
        </p:grpSpPr>
        <p:sp>
          <p:nvSpPr>
            <p:cNvPr id="143" name=""/>
            <p:cNvSpPr/>
            <p:nvPr/>
          </p:nvSpPr>
          <p:spPr>
            <a:xfrm rot="5400000">
              <a:off x="459720" y="-2217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1144440" y="-213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 rot="5400000">
              <a:off x="-231480" y="450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448200" y="456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 rot="5400000">
              <a:off x="438840" y="11408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1124280" y="1149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9" name=""/>
            <p:cNvSpPr/>
            <p:nvPr/>
          </p:nvSpPr>
          <p:spPr>
            <a:xfrm>
              <a:off x="-927000" y="1809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0" name=""/>
            <p:cNvSpPr/>
            <p:nvPr/>
          </p:nvSpPr>
          <p:spPr>
            <a:xfrm rot="5400000">
              <a:off x="-245520" y="1815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430560" y="1824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2" name=""/>
            <p:cNvSpPr/>
            <p:nvPr/>
          </p:nvSpPr>
          <p:spPr>
            <a:xfrm rot="5400000">
              <a:off x="1113480" y="18334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1796040" y="18396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-253440" y="24984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 rot="5400000">
              <a:off x="421920" y="250812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 rot="5400000">
              <a:off x="-262800" y="31802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-271440" y="386244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822" sy="74822" algn="ctr"/>
            </a:blipFill>
            <a:ln w="0">
              <a:solidFill>
                <a:srgbClr val="000000"/>
              </a:solidFill>
            </a:ln>
            <a:effectLst>
              <a:outerShdw dist="101823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 rot="5400000">
              <a:off x="409320" y="38721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 rot="5400000">
              <a:off x="-283320" y="454500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399600" y="455436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-291240" y="52282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1070640" y="5248080"/>
              <a:ext cx="1073160" cy="766440"/>
            </a:xfrm>
            <a:custGeom>
              <a:avLst/>
              <a:gdLst>
                <a:gd name="textAreaLeft" fmla="*/ 278280 w 1073160"/>
                <a:gd name="textAreaRight" fmla="*/ 794880 w 1073160"/>
                <a:gd name="textAreaTop" fmla="*/ 258840 h 766440"/>
                <a:gd name="textAreaBottom" fmla="*/ 507600 h 76644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3" name=""/>
          <p:cNvSpPr/>
          <p:nvPr/>
        </p:nvSpPr>
        <p:spPr>
          <a:xfrm>
            <a:off x="8538120" y="3877200"/>
            <a:ext cx="975960" cy="1371600"/>
          </a:xfrm>
          <a:custGeom>
            <a:avLst/>
            <a:gdLst/>
            <a:ahLst/>
            <a:rect l="0" t="0" r="r" b="b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txBody>
          <a:bodyPr lIns="108360" rIns="108360" tIns="63360" bIns="63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4" name=""/>
          <p:cNvSpPr/>
          <p:nvPr/>
        </p:nvSpPr>
        <p:spPr>
          <a:xfrm>
            <a:off x="7372080" y="4974480"/>
            <a:ext cx="1684800" cy="16459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5" name=""/>
          <p:cNvSpPr/>
          <p:nvPr/>
        </p:nvSpPr>
        <p:spPr>
          <a:xfrm>
            <a:off x="7868160" y="-329040"/>
            <a:ext cx="2011680" cy="20116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40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dt" idx="28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ftr" idx="29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 type="sldNum" idx="30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88A8194-8B29-4019-9282-16D165C3136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2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73" name=""/>
          <p:cNvGrpSpPr/>
          <p:nvPr/>
        </p:nvGrpSpPr>
        <p:grpSpPr>
          <a:xfrm>
            <a:off x="-147240" y="69480"/>
            <a:ext cx="915480" cy="915480"/>
            <a:chOff x="-147240" y="69480"/>
            <a:chExt cx="915480" cy="915480"/>
          </a:xfrm>
        </p:grpSpPr>
        <p:sp>
          <p:nvSpPr>
            <p:cNvPr id="174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5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6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83" name=""/>
          <p:cNvGrpSpPr/>
          <p:nvPr/>
        </p:nvGrpSpPr>
        <p:grpSpPr>
          <a:xfrm>
            <a:off x="9545040" y="4646160"/>
            <a:ext cx="549720" cy="915480"/>
            <a:chOff x="9545040" y="4646160"/>
            <a:chExt cx="549720" cy="915480"/>
          </a:xfrm>
        </p:grpSpPr>
        <p:sp>
          <p:nvSpPr>
            <p:cNvPr id="184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6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0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32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288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504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72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93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115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dt" idx="31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ftr" idx="32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sldNum" idx="33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A2E98476-4446-48EB-BCE7-911526868A3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8266320" y="41155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2" name=""/>
          <p:cNvSpPr/>
          <p:nvPr/>
        </p:nvSpPr>
        <p:spPr>
          <a:xfrm>
            <a:off x="7717680" y="-54828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96" name=""/>
          <p:cNvGrpSpPr/>
          <p:nvPr/>
        </p:nvGrpSpPr>
        <p:grpSpPr>
          <a:xfrm>
            <a:off x="-147240" y="69480"/>
            <a:ext cx="915480" cy="915480"/>
            <a:chOff x="-147240" y="69480"/>
            <a:chExt cx="915480" cy="915480"/>
          </a:xfrm>
        </p:grpSpPr>
        <p:sp>
          <p:nvSpPr>
            <p:cNvPr id="174" name=""/>
            <p:cNvSpPr/>
            <p:nvPr/>
          </p:nvSpPr>
          <p:spPr>
            <a:xfrm flipV="1" rot="5395800">
              <a:off x="219240" y="801000"/>
              <a:ext cx="182880" cy="182880"/>
            </a:xfrm>
            <a:prstGeom prst="ellipse">
              <a:avLst/>
            </a:prstGeom>
            <a:blipFill rotWithShape="0">
              <a:blip r:embed="rId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5" name=""/>
            <p:cNvSpPr/>
            <p:nvPr/>
          </p:nvSpPr>
          <p:spPr>
            <a:xfrm flipV="1" rot="5395800">
              <a:off x="218880" y="435240"/>
              <a:ext cx="182880" cy="182880"/>
            </a:xfrm>
            <a:prstGeom prst="ellipse">
              <a:avLst/>
            </a:prstGeom>
            <a:blipFill rotWithShape="0">
              <a:blip r:embed="rId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6" name=""/>
            <p:cNvSpPr/>
            <p:nvPr/>
          </p:nvSpPr>
          <p:spPr>
            <a:xfrm flipV="1" rot="5395800">
              <a:off x="218520" y="69840"/>
              <a:ext cx="182880" cy="182880"/>
            </a:xfrm>
            <a:prstGeom prst="ellipse">
              <a:avLst/>
            </a:prstGeom>
            <a:blipFill rotWithShape="0">
              <a:blip r:embed="rId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7" name=""/>
            <p:cNvSpPr/>
            <p:nvPr/>
          </p:nvSpPr>
          <p:spPr>
            <a:xfrm flipV="1" rot="5395800">
              <a:off x="584280" y="69120"/>
              <a:ext cx="182880" cy="182880"/>
            </a:xfrm>
            <a:prstGeom prst="ellipse">
              <a:avLst/>
            </a:prstGeom>
            <a:blipFill rotWithShape="0">
              <a:blip r:embed="rId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8" name=""/>
            <p:cNvSpPr/>
            <p:nvPr/>
          </p:nvSpPr>
          <p:spPr>
            <a:xfrm flipV="1" rot="5395800">
              <a:off x="584280" y="434880"/>
              <a:ext cx="182880" cy="182880"/>
            </a:xfrm>
            <a:prstGeom prst="ellipse">
              <a:avLst/>
            </a:prstGeom>
            <a:blipFill rotWithShape="0">
              <a:blip r:embed="rId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9" name=""/>
            <p:cNvSpPr/>
            <p:nvPr/>
          </p:nvSpPr>
          <p:spPr>
            <a:xfrm flipV="1" rot="5395800">
              <a:off x="585000" y="801000"/>
              <a:ext cx="182880" cy="182880"/>
            </a:xfrm>
            <a:prstGeom prst="ellipse">
              <a:avLst/>
            </a:prstGeom>
            <a:blipFill rotWithShape="0">
              <a:blip r:embed="rId7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 flipV="1" rot="5395800">
              <a:off x="-146160" y="801360"/>
              <a:ext cx="182880" cy="182880"/>
            </a:xfrm>
            <a:prstGeom prst="ellipse">
              <a:avLst/>
            </a:prstGeom>
            <a:blipFill rotWithShape="0">
              <a:blip r:embed="rId8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 flipV="1" rot="5395800">
              <a:off x="-146880" y="435960"/>
              <a:ext cx="182880" cy="182880"/>
            </a:xfrm>
            <a:prstGeom prst="ellipse">
              <a:avLst/>
            </a:prstGeom>
            <a:blipFill rotWithShape="0">
              <a:blip r:embed="rId9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 flipV="1" rot="5395800">
              <a:off x="-146880" y="69840"/>
              <a:ext cx="182880" cy="182880"/>
            </a:xfrm>
            <a:prstGeom prst="ellipse">
              <a:avLst/>
            </a:prstGeom>
            <a:blipFill rotWithShape="0">
              <a:blip r:embed="rId10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97" name=""/>
          <p:cNvGrpSpPr/>
          <p:nvPr/>
        </p:nvGrpSpPr>
        <p:grpSpPr>
          <a:xfrm>
            <a:off x="9545040" y="4646160"/>
            <a:ext cx="549720" cy="915480"/>
            <a:chOff x="9545040" y="4646160"/>
            <a:chExt cx="549720" cy="915480"/>
          </a:xfrm>
        </p:grpSpPr>
        <p:sp>
          <p:nvSpPr>
            <p:cNvPr id="184" name=""/>
            <p:cNvSpPr/>
            <p:nvPr/>
          </p:nvSpPr>
          <p:spPr>
            <a:xfrm flipV="1" rot="5395800">
              <a:off x="9911520" y="5377320"/>
              <a:ext cx="182880" cy="182880"/>
            </a:xfrm>
            <a:prstGeom prst="ellipse">
              <a:avLst/>
            </a:prstGeom>
            <a:blipFill rotWithShape="0">
              <a:blip r:embed="rId11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 flipV="1" rot="5395800">
              <a:off x="9911160" y="5011920"/>
              <a:ext cx="182880" cy="182880"/>
            </a:xfrm>
            <a:prstGeom prst="ellipse">
              <a:avLst/>
            </a:prstGeom>
            <a:blipFill rotWithShape="0">
              <a:blip r:embed="rId12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6" name=""/>
            <p:cNvSpPr/>
            <p:nvPr/>
          </p:nvSpPr>
          <p:spPr>
            <a:xfrm flipV="1" rot="5395800">
              <a:off x="9910440" y="4645800"/>
              <a:ext cx="182880" cy="182880"/>
            </a:xfrm>
            <a:prstGeom prst="ellipse">
              <a:avLst/>
            </a:prstGeom>
            <a:blipFill rotWithShape="0">
              <a:blip r:embed="rId13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7" name=""/>
            <p:cNvSpPr/>
            <p:nvPr/>
          </p:nvSpPr>
          <p:spPr>
            <a:xfrm flipV="1" rot="5395800">
              <a:off x="9545400" y="5378040"/>
              <a:ext cx="182880" cy="182880"/>
            </a:xfrm>
            <a:prstGeom prst="ellipse">
              <a:avLst/>
            </a:prstGeom>
            <a:blipFill rotWithShape="0">
              <a:blip r:embed="rId14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8" name=""/>
            <p:cNvSpPr/>
            <p:nvPr/>
          </p:nvSpPr>
          <p:spPr>
            <a:xfrm flipV="1" rot="5395800">
              <a:off x="9545400" y="5011920"/>
              <a:ext cx="182880" cy="182880"/>
            </a:xfrm>
            <a:prstGeom prst="ellipse">
              <a:avLst/>
            </a:prstGeom>
            <a:blipFill rotWithShape="0">
              <a:blip r:embed="rId15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9" name=""/>
            <p:cNvSpPr/>
            <p:nvPr/>
          </p:nvSpPr>
          <p:spPr>
            <a:xfrm flipV="1" rot="5395800">
              <a:off x="9545040" y="4646160"/>
              <a:ext cx="182880" cy="182880"/>
            </a:xfrm>
            <a:prstGeom prst="ellipse">
              <a:avLst/>
            </a:prstGeom>
            <a:blipFill rotWithShape="0">
              <a:blip r:embed="rId16"/>
              <a:srcRect/>
              <a:tile tx="0" ty="0" sx="74822" sy="74822" algn="ctr"/>
            </a:blipFill>
            <a:ln w="0">
              <a:noFill/>
            </a:ln>
            <a:effectLst>
              <a:outerShdw dist="103350" dir="2700000" blurRad="0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0" name=""/>
          <p:cNvSpPr/>
          <p:nvPr/>
        </p:nvSpPr>
        <p:spPr>
          <a:xfrm>
            <a:off x="-146160" y="3109320"/>
            <a:ext cx="1920240" cy="1920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24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32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288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504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72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93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115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dt" idx="34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ftr" idx="35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 type="sldNum" idx="36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1BEC2454-706A-43F5-8D13-036E43C4E47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18876000">
            <a:off x="8646120" y="-40572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4" name=""/>
          <p:cNvSpPr/>
          <p:nvPr/>
        </p:nvSpPr>
        <p:spPr>
          <a:xfrm rot="18876000">
            <a:off x="8666280" y="3983040"/>
            <a:ext cx="2895480" cy="289548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5" name=""/>
          <p:cNvSpPr/>
          <p:nvPr/>
        </p:nvSpPr>
        <p:spPr>
          <a:xfrm rot="18964800">
            <a:off x="994320" y="591588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6" name=""/>
          <p:cNvSpPr/>
          <p:nvPr/>
        </p:nvSpPr>
        <p:spPr>
          <a:xfrm rot="18964800">
            <a:off x="-1296720" y="551376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"/>
          <p:cNvSpPr/>
          <p:nvPr/>
        </p:nvSpPr>
        <p:spPr>
          <a:xfrm rot="18964800">
            <a:off x="3682080" y="339480"/>
            <a:ext cx="3457800" cy="9223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8" name=""/>
          <p:cNvSpPr/>
          <p:nvPr/>
        </p:nvSpPr>
        <p:spPr>
          <a:xfrm rot="18964800">
            <a:off x="1446120" y="-758520"/>
            <a:ext cx="2588760" cy="73152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9" name=""/>
          <p:cNvSpPr/>
          <p:nvPr/>
        </p:nvSpPr>
        <p:spPr>
          <a:xfrm rot="18964800">
            <a:off x="-727200" y="3295080"/>
            <a:ext cx="2588760" cy="51300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dt" idx="37"/>
          </p:nvPr>
        </p:nvSpPr>
        <p:spPr>
          <a:xfrm>
            <a:off x="46800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ftr" idx="38"/>
          </p:nvPr>
        </p:nvSpPr>
        <p:spPr>
          <a:xfrm>
            <a:off x="3442680" y="516600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4" name="PlaceHolder 5"/>
          <p:cNvSpPr>
            <a:spLocks noGrp="1"/>
          </p:cNvSpPr>
          <p:nvPr>
            <p:ph type="sldNum" idx="39"/>
          </p:nvPr>
        </p:nvSpPr>
        <p:spPr>
          <a:xfrm>
            <a:off x="7227360" y="516600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8257633-BD10-4017-9CD2-4DD83D9BAEB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10080720" cy="4114800"/>
            <a:chOff x="0" y="0"/>
            <a:chExt cx="10080720" cy="411480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10080720" cy="411480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1280160"/>
              <a:ext cx="1554480" cy="64008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914400" y="1920240"/>
              <a:ext cx="1280160" cy="182880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2194560" y="548640"/>
              <a:ext cx="1280160" cy="18288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3474720" y="118872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4206240" y="0"/>
              <a:ext cx="1463040" cy="91440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4663440" y="914400"/>
              <a:ext cx="1005840" cy="45720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474720" y="1737360"/>
              <a:ext cx="3108960" cy="10058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114800" y="2743200"/>
              <a:ext cx="1463040" cy="100584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583680" y="1463040"/>
              <a:ext cx="1554480" cy="45720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7315200" y="1920240"/>
              <a:ext cx="1463040" cy="164592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2743200" y="2377440"/>
              <a:ext cx="548640" cy="82296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595360" y="0"/>
              <a:ext cx="1485360" cy="146304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6766560" y="0"/>
              <a:ext cx="274320" cy="100584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1554480" y="0"/>
              <a:ext cx="182880" cy="91440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0" y="3017520"/>
              <a:ext cx="365760" cy="109728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9601200" y="2560320"/>
              <a:ext cx="365760" cy="155448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778240" y="1828800"/>
              <a:ext cx="365760" cy="36576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0" name=""/>
          <p:cNvSpPr/>
          <p:nvPr/>
        </p:nvSpPr>
        <p:spPr>
          <a:xfrm>
            <a:off x="7560000" y="4320000"/>
            <a:ext cx="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rIns="117360" tIns="72360" bIns="723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4114800"/>
            <a:ext cx="7020000" cy="14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indent="0" algn="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68000" y="468000"/>
            <a:ext cx="9144000" cy="36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"/>
          </p:nvPr>
        </p:nvSpPr>
        <p:spPr>
          <a:xfrm>
            <a:off x="7740000" y="4860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2"/>
          </p:nvPr>
        </p:nvSpPr>
        <p:spPr>
          <a:xfrm>
            <a:off x="7740000" y="4392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3"/>
          </p:nvPr>
        </p:nvSpPr>
        <p:spPr>
          <a:xfrm>
            <a:off x="7740000" y="5166000"/>
            <a:ext cx="2052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05BA51F0-B546-4D35-8583-EE44D1FC2B1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360000" y="4233600"/>
            <a:ext cx="7020000" cy="7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indent="0" algn="r"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Hello World</a:t>
            </a: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360000" y="5091120"/>
            <a:ext cx="702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77500" lnSpcReduction="19999"/>
          </a:bodyPr>
          <a:p>
            <a:pPr indent="0" algn="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This is a subtitle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4F8C3E54-8D0D-44D8-A6B7-BCC4FDC0786D}" type="datetime1">
              <a:rPr lang="en-US"/>
              <a:t>05/29/25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80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4400" strike="noStrike" u="wavyHeavy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1260000" y="1800000"/>
            <a:ext cx="828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>
            <a:off x="1260360" y="2832120"/>
            <a:ext cx="593640" cy="624600"/>
          </a:xfrm>
          <a:custGeom>
            <a:avLst/>
            <a:gdLst/>
            <a:ahLst/>
            <a:rect l="0" t="0" r="r" b="b"/>
            <a:pathLst>
              <a:path w="1649" h="1735">
                <a:moveTo>
                  <a:pt x="392" y="780"/>
                </a:moveTo>
                <a:lnTo>
                  <a:pt x="217" y="780"/>
                </a:lnTo>
                <a:lnTo>
                  <a:pt x="217" y="1386"/>
                </a:lnTo>
                <a:lnTo>
                  <a:pt x="392" y="1386"/>
                </a:lnTo>
                <a:lnTo>
                  <a:pt x="392" y="780"/>
                </a:lnTo>
                <a:moveTo>
                  <a:pt x="912" y="780"/>
                </a:moveTo>
                <a:lnTo>
                  <a:pt x="737" y="780"/>
                </a:lnTo>
                <a:lnTo>
                  <a:pt x="737" y="1386"/>
                </a:lnTo>
                <a:lnTo>
                  <a:pt x="912" y="1386"/>
                </a:lnTo>
                <a:lnTo>
                  <a:pt x="912" y="780"/>
                </a:lnTo>
                <a:moveTo>
                  <a:pt x="1649" y="1561"/>
                </a:moveTo>
                <a:lnTo>
                  <a:pt x="0" y="1561"/>
                </a:lnTo>
                <a:lnTo>
                  <a:pt x="0" y="1735"/>
                </a:lnTo>
                <a:lnTo>
                  <a:pt x="1649" y="1735"/>
                </a:lnTo>
                <a:lnTo>
                  <a:pt x="1649" y="1561"/>
                </a:lnTo>
                <a:moveTo>
                  <a:pt x="1432" y="780"/>
                </a:moveTo>
                <a:lnTo>
                  <a:pt x="1257" y="780"/>
                </a:lnTo>
                <a:lnTo>
                  <a:pt x="1257" y="1386"/>
                </a:lnTo>
                <a:lnTo>
                  <a:pt x="1432" y="1386"/>
                </a:lnTo>
                <a:lnTo>
                  <a:pt x="1432" y="780"/>
                </a:lnTo>
                <a:moveTo>
                  <a:pt x="1274" y="435"/>
                </a:moveTo>
                <a:lnTo>
                  <a:pt x="372" y="435"/>
                </a:lnTo>
                <a:lnTo>
                  <a:pt x="826" y="194"/>
                </a:lnTo>
                <a:lnTo>
                  <a:pt x="1274" y="435"/>
                </a:lnTo>
                <a:moveTo>
                  <a:pt x="826" y="0"/>
                </a:moveTo>
                <a:lnTo>
                  <a:pt x="0" y="435"/>
                </a:lnTo>
                <a:lnTo>
                  <a:pt x="0" y="606"/>
                </a:lnTo>
                <a:lnTo>
                  <a:pt x="1649" y="606"/>
                </a:lnTo>
                <a:lnTo>
                  <a:pt x="1649" y="435"/>
                </a:lnTo>
                <a:lnTo>
                  <a:pt x="82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22" name=""/>
          <p:cNvSpPr/>
          <p:nvPr/>
        </p:nvSpPr>
        <p:spPr>
          <a:xfrm>
            <a:off x="4948560" y="2044080"/>
            <a:ext cx="780480" cy="559800"/>
          </a:xfrm>
          <a:custGeom>
            <a:avLst/>
            <a:gdLst/>
            <a:ahLst/>
            <a:rect l="0" t="0" r="r" b="b"/>
            <a:pathLst>
              <a:path w="2168" h="1555">
                <a:moveTo>
                  <a:pt x="1159" y="457"/>
                </a:moveTo>
                <a:lnTo>
                  <a:pt x="104" y="457"/>
                </a:lnTo>
                <a:cubicBezTo>
                  <a:pt x="48" y="457"/>
                  <a:pt x="0" y="509"/>
                  <a:pt x="0" y="574"/>
                </a:cubicBezTo>
                <a:cubicBezTo>
                  <a:pt x="0" y="635"/>
                  <a:pt x="48" y="687"/>
                  <a:pt x="104" y="687"/>
                </a:cubicBezTo>
                <a:lnTo>
                  <a:pt x="1159" y="687"/>
                </a:lnTo>
                <a:cubicBezTo>
                  <a:pt x="1219" y="687"/>
                  <a:pt x="1267" y="635"/>
                  <a:pt x="1267" y="574"/>
                </a:cubicBezTo>
                <a:cubicBezTo>
                  <a:pt x="1267" y="509"/>
                  <a:pt x="1219" y="457"/>
                  <a:pt x="1159" y="457"/>
                </a:cubicBezTo>
                <a:moveTo>
                  <a:pt x="1159" y="0"/>
                </a:moveTo>
                <a:lnTo>
                  <a:pt x="104" y="0"/>
                </a:lnTo>
                <a:cubicBezTo>
                  <a:pt x="48" y="0"/>
                  <a:pt x="0" y="48"/>
                  <a:pt x="0" y="113"/>
                </a:cubicBezTo>
                <a:cubicBezTo>
                  <a:pt x="0" y="178"/>
                  <a:pt x="48" y="226"/>
                  <a:pt x="104" y="226"/>
                </a:cubicBezTo>
                <a:lnTo>
                  <a:pt x="1159" y="226"/>
                </a:lnTo>
                <a:cubicBezTo>
                  <a:pt x="1219" y="226"/>
                  <a:pt x="1267" y="178"/>
                  <a:pt x="1267" y="113"/>
                </a:cubicBezTo>
                <a:cubicBezTo>
                  <a:pt x="1267" y="48"/>
                  <a:pt x="1219" y="0"/>
                  <a:pt x="1159" y="0"/>
                </a:cubicBezTo>
                <a:moveTo>
                  <a:pt x="104" y="1148"/>
                </a:moveTo>
                <a:lnTo>
                  <a:pt x="739" y="1148"/>
                </a:lnTo>
                <a:cubicBezTo>
                  <a:pt x="795" y="1148"/>
                  <a:pt x="843" y="1092"/>
                  <a:pt x="843" y="1031"/>
                </a:cubicBezTo>
                <a:cubicBezTo>
                  <a:pt x="843" y="966"/>
                  <a:pt x="795" y="918"/>
                  <a:pt x="739" y="918"/>
                </a:cubicBezTo>
                <a:lnTo>
                  <a:pt x="104" y="918"/>
                </a:lnTo>
                <a:cubicBezTo>
                  <a:pt x="48" y="918"/>
                  <a:pt x="0" y="966"/>
                  <a:pt x="0" y="1031"/>
                </a:cubicBezTo>
                <a:cubicBezTo>
                  <a:pt x="0" y="1092"/>
                  <a:pt x="48" y="1148"/>
                  <a:pt x="104" y="1148"/>
                </a:cubicBezTo>
                <a:moveTo>
                  <a:pt x="2138" y="722"/>
                </a:moveTo>
                <a:cubicBezTo>
                  <a:pt x="2178" y="765"/>
                  <a:pt x="2178" y="839"/>
                  <a:pt x="2138" y="883"/>
                </a:cubicBezTo>
                <a:lnTo>
                  <a:pt x="1551" y="1522"/>
                </a:lnTo>
                <a:cubicBezTo>
                  <a:pt x="1507" y="1566"/>
                  <a:pt x="1443" y="1566"/>
                  <a:pt x="1399" y="1522"/>
                </a:cubicBezTo>
                <a:lnTo>
                  <a:pt x="1079" y="1170"/>
                </a:lnTo>
                <a:cubicBezTo>
                  <a:pt x="1039" y="1126"/>
                  <a:pt x="1039" y="1052"/>
                  <a:pt x="1079" y="1009"/>
                </a:cubicBezTo>
                <a:lnTo>
                  <a:pt x="1087" y="1000"/>
                </a:lnTo>
                <a:cubicBezTo>
                  <a:pt x="1127" y="952"/>
                  <a:pt x="1195" y="952"/>
                  <a:pt x="1235" y="1000"/>
                </a:cubicBezTo>
                <a:lnTo>
                  <a:pt x="1475" y="1261"/>
                </a:lnTo>
                <a:lnTo>
                  <a:pt x="1978" y="713"/>
                </a:lnTo>
                <a:cubicBezTo>
                  <a:pt x="2018" y="665"/>
                  <a:pt x="2086" y="665"/>
                  <a:pt x="2130" y="713"/>
                </a:cubicBezTo>
                <a:lnTo>
                  <a:pt x="2138" y="72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23" name=""/>
          <p:cNvGrpSpPr/>
          <p:nvPr/>
        </p:nvGrpSpPr>
        <p:grpSpPr>
          <a:xfrm>
            <a:off x="6901200" y="3502440"/>
            <a:ext cx="890280" cy="816480"/>
            <a:chOff x="6901200" y="3502440"/>
            <a:chExt cx="890280" cy="816480"/>
          </a:xfrm>
        </p:grpSpPr>
        <p:sp>
          <p:nvSpPr>
            <p:cNvPr id="224" name=""/>
            <p:cNvSpPr/>
            <p:nvPr/>
          </p:nvSpPr>
          <p:spPr>
            <a:xfrm>
              <a:off x="6901200" y="3502440"/>
              <a:ext cx="446760" cy="476640"/>
            </a:xfrm>
            <a:custGeom>
              <a:avLst/>
              <a:gdLst/>
              <a:ahLst/>
              <a:rect l="0" t="0" r="r" b="b"/>
              <a:pathLst>
                <a:path w="1241" h="1324">
                  <a:moveTo>
                    <a:pt x="1034" y="675"/>
                  </a:moveTo>
                  <a:lnTo>
                    <a:pt x="1034" y="664"/>
                  </a:lnTo>
                  <a:lnTo>
                    <a:pt x="348" y="664"/>
                  </a:lnTo>
                  <a:lnTo>
                    <a:pt x="407" y="405"/>
                  </a:lnTo>
                  <a:lnTo>
                    <a:pt x="207" y="588"/>
                  </a:lnTo>
                  <a:lnTo>
                    <a:pt x="207" y="1137"/>
                  </a:lnTo>
                  <a:lnTo>
                    <a:pt x="818" y="1137"/>
                  </a:lnTo>
                  <a:lnTo>
                    <a:pt x="1034" y="675"/>
                  </a:lnTo>
                  <a:moveTo>
                    <a:pt x="1139" y="474"/>
                  </a:moveTo>
                  <a:lnTo>
                    <a:pt x="1147" y="474"/>
                  </a:lnTo>
                  <a:lnTo>
                    <a:pt x="1159" y="474"/>
                  </a:lnTo>
                  <a:lnTo>
                    <a:pt x="1167" y="477"/>
                  </a:lnTo>
                  <a:lnTo>
                    <a:pt x="1178" y="481"/>
                  </a:lnTo>
                  <a:lnTo>
                    <a:pt x="1186" y="484"/>
                  </a:lnTo>
                  <a:lnTo>
                    <a:pt x="1194" y="488"/>
                  </a:lnTo>
                  <a:lnTo>
                    <a:pt x="1202" y="495"/>
                  </a:lnTo>
                  <a:lnTo>
                    <a:pt x="1210" y="502"/>
                  </a:lnTo>
                  <a:lnTo>
                    <a:pt x="1214" y="510"/>
                  </a:lnTo>
                  <a:lnTo>
                    <a:pt x="1221" y="517"/>
                  </a:lnTo>
                  <a:lnTo>
                    <a:pt x="1225" y="524"/>
                  </a:lnTo>
                  <a:lnTo>
                    <a:pt x="1229" y="531"/>
                  </a:lnTo>
                  <a:lnTo>
                    <a:pt x="1233" y="542"/>
                  </a:lnTo>
                  <a:lnTo>
                    <a:pt x="1237" y="549"/>
                  </a:lnTo>
                  <a:lnTo>
                    <a:pt x="1237" y="560"/>
                  </a:lnTo>
                  <a:lnTo>
                    <a:pt x="1241" y="571"/>
                  </a:lnTo>
                  <a:lnTo>
                    <a:pt x="1241" y="689"/>
                  </a:lnTo>
                  <a:lnTo>
                    <a:pt x="1237" y="696"/>
                  </a:lnTo>
                  <a:lnTo>
                    <a:pt x="1237" y="700"/>
                  </a:lnTo>
                  <a:lnTo>
                    <a:pt x="1237" y="707"/>
                  </a:lnTo>
                  <a:lnTo>
                    <a:pt x="1237" y="714"/>
                  </a:lnTo>
                  <a:lnTo>
                    <a:pt x="1233" y="721"/>
                  </a:lnTo>
                  <a:lnTo>
                    <a:pt x="1233" y="728"/>
                  </a:lnTo>
                  <a:lnTo>
                    <a:pt x="1229" y="732"/>
                  </a:lnTo>
                  <a:lnTo>
                    <a:pt x="1229" y="739"/>
                  </a:lnTo>
                  <a:lnTo>
                    <a:pt x="994" y="1238"/>
                  </a:lnTo>
                  <a:lnTo>
                    <a:pt x="987" y="1249"/>
                  </a:lnTo>
                  <a:lnTo>
                    <a:pt x="983" y="1259"/>
                  </a:lnTo>
                  <a:lnTo>
                    <a:pt x="975" y="1267"/>
                  </a:lnTo>
                  <a:lnTo>
                    <a:pt x="971" y="1274"/>
                  </a:lnTo>
                  <a:lnTo>
                    <a:pt x="963" y="1281"/>
                  </a:lnTo>
                  <a:lnTo>
                    <a:pt x="955" y="1288"/>
                  </a:lnTo>
                  <a:lnTo>
                    <a:pt x="947" y="1295"/>
                  </a:lnTo>
                  <a:lnTo>
                    <a:pt x="936" y="1302"/>
                  </a:lnTo>
                  <a:lnTo>
                    <a:pt x="928" y="1306"/>
                  </a:lnTo>
                  <a:lnTo>
                    <a:pt x="916" y="1313"/>
                  </a:lnTo>
                  <a:lnTo>
                    <a:pt x="908" y="1317"/>
                  </a:lnTo>
                  <a:lnTo>
                    <a:pt x="896" y="1320"/>
                  </a:lnTo>
                  <a:lnTo>
                    <a:pt x="885" y="1320"/>
                  </a:lnTo>
                  <a:lnTo>
                    <a:pt x="877" y="1324"/>
                  </a:lnTo>
                  <a:lnTo>
                    <a:pt x="865" y="1324"/>
                  </a:lnTo>
                  <a:lnTo>
                    <a:pt x="853" y="1324"/>
                  </a:lnTo>
                  <a:lnTo>
                    <a:pt x="157" y="1324"/>
                  </a:lnTo>
                  <a:lnTo>
                    <a:pt x="141" y="1324"/>
                  </a:lnTo>
                  <a:lnTo>
                    <a:pt x="125" y="1324"/>
                  </a:lnTo>
                  <a:lnTo>
                    <a:pt x="110" y="1320"/>
                  </a:lnTo>
                  <a:lnTo>
                    <a:pt x="94" y="1313"/>
                  </a:lnTo>
                  <a:lnTo>
                    <a:pt x="82" y="1310"/>
                  </a:lnTo>
                  <a:lnTo>
                    <a:pt x="70" y="1302"/>
                  </a:lnTo>
                  <a:lnTo>
                    <a:pt x="59" y="1292"/>
                  </a:lnTo>
                  <a:lnTo>
                    <a:pt x="47" y="1285"/>
                  </a:lnTo>
                  <a:lnTo>
                    <a:pt x="35" y="1274"/>
                  </a:lnTo>
                  <a:lnTo>
                    <a:pt x="27" y="1263"/>
                  </a:lnTo>
                  <a:lnTo>
                    <a:pt x="20" y="1249"/>
                  </a:lnTo>
                  <a:lnTo>
                    <a:pt x="12" y="1238"/>
                  </a:lnTo>
                  <a:lnTo>
                    <a:pt x="8" y="1224"/>
                  </a:lnTo>
                  <a:lnTo>
                    <a:pt x="4" y="1213"/>
                  </a:lnTo>
                  <a:lnTo>
                    <a:pt x="0" y="1198"/>
                  </a:lnTo>
                  <a:lnTo>
                    <a:pt x="0" y="1184"/>
                  </a:lnTo>
                  <a:lnTo>
                    <a:pt x="0" y="571"/>
                  </a:lnTo>
                  <a:lnTo>
                    <a:pt x="0" y="563"/>
                  </a:lnTo>
                  <a:lnTo>
                    <a:pt x="0" y="556"/>
                  </a:lnTo>
                  <a:lnTo>
                    <a:pt x="4" y="549"/>
                  </a:lnTo>
                  <a:lnTo>
                    <a:pt x="4" y="542"/>
                  </a:lnTo>
                  <a:lnTo>
                    <a:pt x="4" y="535"/>
                  </a:lnTo>
                  <a:lnTo>
                    <a:pt x="8" y="527"/>
                  </a:lnTo>
                  <a:lnTo>
                    <a:pt x="12" y="513"/>
                  </a:lnTo>
                  <a:lnTo>
                    <a:pt x="20" y="502"/>
                  </a:lnTo>
                  <a:lnTo>
                    <a:pt x="27" y="492"/>
                  </a:lnTo>
                  <a:lnTo>
                    <a:pt x="35" y="481"/>
                  </a:lnTo>
                  <a:lnTo>
                    <a:pt x="47" y="470"/>
                  </a:lnTo>
                  <a:lnTo>
                    <a:pt x="556" y="0"/>
                  </a:lnTo>
                  <a:lnTo>
                    <a:pt x="638" y="75"/>
                  </a:lnTo>
                  <a:lnTo>
                    <a:pt x="646" y="83"/>
                  </a:lnTo>
                  <a:lnTo>
                    <a:pt x="650" y="93"/>
                  </a:lnTo>
                  <a:lnTo>
                    <a:pt x="658" y="100"/>
                  </a:lnTo>
                  <a:lnTo>
                    <a:pt x="662" y="111"/>
                  </a:lnTo>
                  <a:lnTo>
                    <a:pt x="666" y="118"/>
                  </a:lnTo>
                  <a:lnTo>
                    <a:pt x="669" y="126"/>
                  </a:lnTo>
                  <a:lnTo>
                    <a:pt x="669" y="129"/>
                  </a:lnTo>
                  <a:lnTo>
                    <a:pt x="669" y="136"/>
                  </a:lnTo>
                  <a:lnTo>
                    <a:pt x="673" y="140"/>
                  </a:lnTo>
                  <a:lnTo>
                    <a:pt x="673" y="144"/>
                  </a:lnTo>
                  <a:lnTo>
                    <a:pt x="673" y="151"/>
                  </a:lnTo>
                  <a:lnTo>
                    <a:pt x="669" y="172"/>
                  </a:lnTo>
                  <a:lnTo>
                    <a:pt x="603" y="474"/>
                  </a:lnTo>
                  <a:lnTo>
                    <a:pt x="1139" y="474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7344720" y="3842280"/>
              <a:ext cx="446760" cy="476640"/>
            </a:xfrm>
            <a:custGeom>
              <a:avLst/>
              <a:gdLst/>
              <a:ahLst/>
              <a:rect l="0" t="0" r="r" b="b"/>
              <a:pathLst>
                <a:path w="1241" h="1324">
                  <a:moveTo>
                    <a:pt x="1034" y="739"/>
                  </a:moveTo>
                  <a:lnTo>
                    <a:pt x="1034" y="190"/>
                  </a:lnTo>
                  <a:lnTo>
                    <a:pt x="423" y="190"/>
                  </a:lnTo>
                  <a:lnTo>
                    <a:pt x="207" y="653"/>
                  </a:lnTo>
                  <a:lnTo>
                    <a:pt x="207" y="664"/>
                  </a:lnTo>
                  <a:lnTo>
                    <a:pt x="893" y="664"/>
                  </a:lnTo>
                  <a:lnTo>
                    <a:pt x="834" y="922"/>
                  </a:lnTo>
                  <a:lnTo>
                    <a:pt x="1034" y="739"/>
                  </a:lnTo>
                  <a:moveTo>
                    <a:pt x="1084" y="0"/>
                  </a:moveTo>
                  <a:lnTo>
                    <a:pt x="1100" y="0"/>
                  </a:lnTo>
                  <a:lnTo>
                    <a:pt x="1116" y="4"/>
                  </a:lnTo>
                  <a:lnTo>
                    <a:pt x="1127" y="7"/>
                  </a:lnTo>
                  <a:lnTo>
                    <a:pt x="1143" y="11"/>
                  </a:lnTo>
                  <a:lnTo>
                    <a:pt x="1159" y="18"/>
                  </a:lnTo>
                  <a:lnTo>
                    <a:pt x="1171" y="25"/>
                  </a:lnTo>
                  <a:lnTo>
                    <a:pt x="1182" y="32"/>
                  </a:lnTo>
                  <a:lnTo>
                    <a:pt x="1194" y="43"/>
                  </a:lnTo>
                  <a:lnTo>
                    <a:pt x="1202" y="54"/>
                  </a:lnTo>
                  <a:lnTo>
                    <a:pt x="1214" y="65"/>
                  </a:lnTo>
                  <a:lnTo>
                    <a:pt x="1221" y="75"/>
                  </a:lnTo>
                  <a:lnTo>
                    <a:pt x="1225" y="86"/>
                  </a:lnTo>
                  <a:lnTo>
                    <a:pt x="1233" y="100"/>
                  </a:lnTo>
                  <a:lnTo>
                    <a:pt x="1237" y="115"/>
                  </a:lnTo>
                  <a:lnTo>
                    <a:pt x="1237" y="129"/>
                  </a:lnTo>
                  <a:lnTo>
                    <a:pt x="1241" y="144"/>
                  </a:lnTo>
                  <a:lnTo>
                    <a:pt x="1241" y="757"/>
                  </a:lnTo>
                  <a:lnTo>
                    <a:pt x="1237" y="764"/>
                  </a:lnTo>
                  <a:lnTo>
                    <a:pt x="1237" y="771"/>
                  </a:lnTo>
                  <a:lnTo>
                    <a:pt x="1237" y="779"/>
                  </a:lnTo>
                  <a:lnTo>
                    <a:pt x="1237" y="786"/>
                  </a:lnTo>
                  <a:lnTo>
                    <a:pt x="1233" y="793"/>
                  </a:lnTo>
                  <a:lnTo>
                    <a:pt x="1233" y="800"/>
                  </a:lnTo>
                  <a:lnTo>
                    <a:pt x="1225" y="811"/>
                  </a:lnTo>
                  <a:lnTo>
                    <a:pt x="1218" y="825"/>
                  </a:lnTo>
                  <a:lnTo>
                    <a:pt x="1210" y="836"/>
                  </a:lnTo>
                  <a:lnTo>
                    <a:pt x="1202" y="847"/>
                  </a:lnTo>
                  <a:lnTo>
                    <a:pt x="1194" y="858"/>
                  </a:lnTo>
                  <a:lnTo>
                    <a:pt x="685" y="1324"/>
                  </a:lnTo>
                  <a:lnTo>
                    <a:pt x="603" y="1249"/>
                  </a:lnTo>
                  <a:lnTo>
                    <a:pt x="595" y="1241"/>
                  </a:lnTo>
                  <a:lnTo>
                    <a:pt x="587" y="1234"/>
                  </a:lnTo>
                  <a:lnTo>
                    <a:pt x="583" y="1227"/>
                  </a:lnTo>
                  <a:lnTo>
                    <a:pt x="575" y="1216"/>
                  </a:lnTo>
                  <a:lnTo>
                    <a:pt x="572" y="1206"/>
                  </a:lnTo>
                  <a:lnTo>
                    <a:pt x="568" y="1195"/>
                  </a:lnTo>
                  <a:lnTo>
                    <a:pt x="568" y="1191"/>
                  </a:lnTo>
                  <a:lnTo>
                    <a:pt x="568" y="1184"/>
                  </a:lnTo>
                  <a:lnTo>
                    <a:pt x="568" y="1180"/>
                  </a:lnTo>
                  <a:lnTo>
                    <a:pt x="568" y="1177"/>
                  </a:lnTo>
                  <a:lnTo>
                    <a:pt x="572" y="1155"/>
                  </a:lnTo>
                  <a:lnTo>
                    <a:pt x="638" y="854"/>
                  </a:lnTo>
                  <a:lnTo>
                    <a:pt x="102" y="854"/>
                  </a:lnTo>
                  <a:lnTo>
                    <a:pt x="90" y="854"/>
                  </a:lnTo>
                  <a:lnTo>
                    <a:pt x="82" y="850"/>
                  </a:lnTo>
                  <a:lnTo>
                    <a:pt x="70" y="847"/>
                  </a:lnTo>
                  <a:lnTo>
                    <a:pt x="63" y="847"/>
                  </a:lnTo>
                  <a:lnTo>
                    <a:pt x="55" y="840"/>
                  </a:lnTo>
                  <a:lnTo>
                    <a:pt x="47" y="836"/>
                  </a:lnTo>
                  <a:lnTo>
                    <a:pt x="39" y="832"/>
                  </a:lnTo>
                  <a:lnTo>
                    <a:pt x="31" y="825"/>
                  </a:lnTo>
                  <a:lnTo>
                    <a:pt x="23" y="818"/>
                  </a:lnTo>
                  <a:lnTo>
                    <a:pt x="20" y="811"/>
                  </a:lnTo>
                  <a:lnTo>
                    <a:pt x="12" y="804"/>
                  </a:lnTo>
                  <a:lnTo>
                    <a:pt x="8" y="793"/>
                  </a:lnTo>
                  <a:lnTo>
                    <a:pt x="4" y="786"/>
                  </a:lnTo>
                  <a:lnTo>
                    <a:pt x="4" y="775"/>
                  </a:lnTo>
                  <a:lnTo>
                    <a:pt x="0" y="764"/>
                  </a:lnTo>
                  <a:lnTo>
                    <a:pt x="0" y="757"/>
                  </a:lnTo>
                  <a:lnTo>
                    <a:pt x="0" y="639"/>
                  </a:lnTo>
                  <a:lnTo>
                    <a:pt x="0" y="632"/>
                  </a:lnTo>
                  <a:lnTo>
                    <a:pt x="0" y="624"/>
                  </a:lnTo>
                  <a:lnTo>
                    <a:pt x="0" y="617"/>
                  </a:lnTo>
                  <a:lnTo>
                    <a:pt x="4" y="610"/>
                  </a:lnTo>
                  <a:lnTo>
                    <a:pt x="4" y="606"/>
                  </a:lnTo>
                  <a:lnTo>
                    <a:pt x="8" y="599"/>
                  </a:lnTo>
                  <a:lnTo>
                    <a:pt x="8" y="592"/>
                  </a:lnTo>
                  <a:lnTo>
                    <a:pt x="12" y="588"/>
                  </a:lnTo>
                  <a:lnTo>
                    <a:pt x="247" y="86"/>
                  </a:lnTo>
                  <a:lnTo>
                    <a:pt x="251" y="75"/>
                  </a:lnTo>
                  <a:lnTo>
                    <a:pt x="258" y="68"/>
                  </a:lnTo>
                  <a:lnTo>
                    <a:pt x="262" y="61"/>
                  </a:lnTo>
                  <a:lnTo>
                    <a:pt x="270" y="50"/>
                  </a:lnTo>
                  <a:lnTo>
                    <a:pt x="278" y="43"/>
                  </a:lnTo>
                  <a:lnTo>
                    <a:pt x="286" y="36"/>
                  </a:lnTo>
                  <a:lnTo>
                    <a:pt x="294" y="29"/>
                  </a:lnTo>
                  <a:lnTo>
                    <a:pt x="301" y="25"/>
                  </a:lnTo>
                  <a:lnTo>
                    <a:pt x="313" y="18"/>
                  </a:lnTo>
                  <a:lnTo>
                    <a:pt x="321" y="14"/>
                  </a:lnTo>
                  <a:lnTo>
                    <a:pt x="333" y="11"/>
                  </a:lnTo>
                  <a:lnTo>
                    <a:pt x="341" y="7"/>
                  </a:lnTo>
                  <a:lnTo>
                    <a:pt x="352" y="4"/>
                  </a:lnTo>
                  <a:lnTo>
                    <a:pt x="364" y="0"/>
                  </a:lnTo>
                  <a:lnTo>
                    <a:pt x="376" y="0"/>
                  </a:lnTo>
                  <a:lnTo>
                    <a:pt x="388" y="0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68000" y="144000"/>
            <a:ext cx="9072000" cy="7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indent="0" algn="ctr">
              <a:buNone/>
            </a:pP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180000" y="90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6120000" y="144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/>
          </p:nvPr>
        </p:nvSpPr>
        <p:spPr>
          <a:xfrm>
            <a:off x="2664000" y="4032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68000" y="10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68000" y="1080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850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468000" y="2592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850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/>
          </p:nvPr>
        </p:nvSpPr>
        <p:spPr>
          <a:xfrm>
            <a:off x="468000" y="4104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850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/>
          </p:nvPr>
        </p:nvSpPr>
        <p:spPr>
          <a:xfrm>
            <a:off x="6408000" y="1080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850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5" name="PlaceHolder 6"/>
          <p:cNvSpPr>
            <a:spLocks noGrp="1"/>
          </p:cNvSpPr>
          <p:nvPr>
            <p:ph/>
          </p:nvPr>
        </p:nvSpPr>
        <p:spPr>
          <a:xfrm>
            <a:off x="6408000" y="2592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850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6" name="PlaceHolder 7"/>
          <p:cNvSpPr>
            <a:spLocks noGrp="1"/>
          </p:cNvSpPr>
          <p:nvPr>
            <p:ph/>
          </p:nvPr>
        </p:nvSpPr>
        <p:spPr>
          <a:xfrm>
            <a:off x="6408000" y="4104000"/>
            <a:ext cx="3132000" cy="140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850"/>
              </a:spcBef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 txBox="1"/>
          <p:nvPr/>
        </p:nvSpPr>
        <p:spPr>
          <a:xfrm>
            <a:off x="496080" y="57600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6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01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124000" y="307872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6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02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4610880" y="57600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6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03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6660000" y="3204000"/>
            <a:ext cx="1097280" cy="112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60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04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68000" y="144000"/>
            <a:ext cx="9072000" cy="75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lnSpcReduction="9999"/>
          </a:bodyPr>
          <a:p>
            <a:pPr indent="0" algn="ctr">
              <a:buNone/>
            </a:pP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954000" y="1512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5076000" y="1512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/>
          </p:nvPr>
        </p:nvSpPr>
        <p:spPr>
          <a:xfrm>
            <a:off x="2484000" y="414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5" name="PlaceHolder 5"/>
          <p:cNvSpPr>
            <a:spLocks noGrp="1"/>
          </p:cNvSpPr>
          <p:nvPr>
            <p:ph/>
          </p:nvPr>
        </p:nvSpPr>
        <p:spPr>
          <a:xfrm>
            <a:off x="6480000" y="4140000"/>
            <a:ext cx="3420000" cy="13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3924000" y="2160000"/>
            <a:ext cx="4572000" cy="194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"/>
          <p:cNvGrpSpPr/>
          <p:nvPr/>
        </p:nvGrpSpPr>
        <p:grpSpPr>
          <a:xfrm>
            <a:off x="914400" y="2103120"/>
            <a:ext cx="1463040" cy="1463040"/>
            <a:chOff x="914400" y="2103120"/>
            <a:chExt cx="1463040" cy="1463040"/>
          </a:xfrm>
        </p:grpSpPr>
        <p:sp>
          <p:nvSpPr>
            <p:cNvPr id="249" name=""/>
            <p:cNvSpPr/>
            <p:nvPr/>
          </p:nvSpPr>
          <p:spPr>
            <a:xfrm>
              <a:off x="914400" y="2103120"/>
              <a:ext cx="1463040" cy="1463040"/>
            </a:xfrm>
            <a:prstGeom prst="ellipse">
              <a:avLst/>
            </a:prstGeom>
            <a:solidFill>
              <a:srgbClr val="b8dbd9"/>
            </a:solidFill>
            <a:ln w="0">
              <a:noFill/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250" name=""/>
            <p:cNvGrpSpPr/>
            <p:nvPr/>
          </p:nvGrpSpPr>
          <p:grpSpPr>
            <a:xfrm>
              <a:off x="1242720" y="2505960"/>
              <a:ext cx="804600" cy="621720"/>
              <a:chOff x="1242720" y="2505960"/>
              <a:chExt cx="804600" cy="621720"/>
            </a:xfrm>
          </p:grpSpPr>
          <p:sp>
            <p:nvSpPr>
              <p:cNvPr id="251" name=""/>
              <p:cNvSpPr/>
              <p:nvPr/>
            </p:nvSpPr>
            <p:spPr>
              <a:xfrm>
                <a:off x="1242720" y="2686320"/>
                <a:ext cx="804600" cy="441360"/>
              </a:xfrm>
              <a:custGeom>
                <a:avLst/>
                <a:gdLst/>
                <a:ahLst/>
                <a:rect l="0" t="0" r="r" b="b"/>
                <a:pathLst>
                  <a:path w="2235" h="1226">
                    <a:moveTo>
                      <a:pt x="2034" y="0"/>
                    </a:moveTo>
                    <a:cubicBezTo>
                      <a:pt x="1884" y="0"/>
                      <a:pt x="1803" y="147"/>
                      <a:pt x="1837" y="259"/>
                    </a:cubicBezTo>
                    <a:lnTo>
                      <a:pt x="1475" y="623"/>
                    </a:lnTo>
                    <a:cubicBezTo>
                      <a:pt x="1444" y="611"/>
                      <a:pt x="1397" y="611"/>
                      <a:pt x="1366" y="623"/>
                    </a:cubicBezTo>
                    <a:lnTo>
                      <a:pt x="1112" y="360"/>
                    </a:lnTo>
                    <a:cubicBezTo>
                      <a:pt x="1146" y="251"/>
                      <a:pt x="1065" y="104"/>
                      <a:pt x="915" y="104"/>
                    </a:cubicBezTo>
                    <a:cubicBezTo>
                      <a:pt x="768" y="104"/>
                      <a:pt x="683" y="251"/>
                      <a:pt x="718" y="360"/>
                    </a:cubicBezTo>
                    <a:lnTo>
                      <a:pt x="255" y="824"/>
                    </a:lnTo>
                    <a:cubicBezTo>
                      <a:pt x="147" y="793"/>
                      <a:pt x="0" y="874"/>
                      <a:pt x="0" y="1021"/>
                    </a:cubicBezTo>
                    <a:cubicBezTo>
                      <a:pt x="0" y="1133"/>
                      <a:pt x="89" y="1226"/>
                      <a:pt x="201" y="1226"/>
                    </a:cubicBezTo>
                    <a:cubicBezTo>
                      <a:pt x="351" y="1226"/>
                      <a:pt x="432" y="1079"/>
                      <a:pt x="398" y="971"/>
                    </a:cubicBezTo>
                    <a:lnTo>
                      <a:pt x="861" y="507"/>
                    </a:lnTo>
                    <a:cubicBezTo>
                      <a:pt x="892" y="514"/>
                      <a:pt x="938" y="514"/>
                      <a:pt x="969" y="507"/>
                    </a:cubicBezTo>
                    <a:lnTo>
                      <a:pt x="1228" y="766"/>
                    </a:lnTo>
                    <a:cubicBezTo>
                      <a:pt x="1193" y="874"/>
                      <a:pt x="1274" y="1021"/>
                      <a:pt x="1421" y="1021"/>
                    </a:cubicBezTo>
                    <a:cubicBezTo>
                      <a:pt x="1567" y="1021"/>
                      <a:pt x="1652" y="874"/>
                      <a:pt x="1617" y="766"/>
                    </a:cubicBezTo>
                    <a:lnTo>
                      <a:pt x="1980" y="402"/>
                    </a:lnTo>
                    <a:cubicBezTo>
                      <a:pt x="2088" y="437"/>
                      <a:pt x="2235" y="352"/>
                      <a:pt x="2235" y="205"/>
                    </a:cubicBezTo>
                    <a:cubicBezTo>
                      <a:pt x="2235" y="93"/>
                      <a:pt x="2146" y="0"/>
                      <a:pt x="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2" name=""/>
              <p:cNvSpPr/>
              <p:nvPr/>
            </p:nvSpPr>
            <p:spPr>
              <a:xfrm>
                <a:off x="1645920" y="2505960"/>
                <a:ext cx="216360" cy="216360"/>
              </a:xfrm>
              <a:custGeom>
                <a:avLst/>
                <a:gdLst/>
                <a:ahLst/>
                <a:rect l="0" t="0" r="r" b="b"/>
                <a:pathLst>
                  <a:path w="601" h="601">
                    <a:moveTo>
                      <a:pt x="301" y="601"/>
                    </a:moveTo>
                    <a:lnTo>
                      <a:pt x="396" y="396"/>
                    </a:lnTo>
                    <a:lnTo>
                      <a:pt x="601" y="304"/>
                    </a:lnTo>
                    <a:lnTo>
                      <a:pt x="396" y="209"/>
                    </a:lnTo>
                    <a:lnTo>
                      <a:pt x="301" y="0"/>
                    </a:lnTo>
                    <a:lnTo>
                      <a:pt x="209" y="209"/>
                    </a:lnTo>
                    <a:lnTo>
                      <a:pt x="0" y="304"/>
                    </a:lnTo>
                    <a:lnTo>
                      <a:pt x="209" y="396"/>
                    </a:lnTo>
                    <a:lnTo>
                      <a:pt x="301" y="6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3" name=""/>
              <p:cNvSpPr/>
              <p:nvPr/>
            </p:nvSpPr>
            <p:spPr>
              <a:xfrm>
                <a:off x="1242720" y="2615760"/>
                <a:ext cx="180360" cy="180360"/>
              </a:xfrm>
              <a:custGeom>
                <a:avLst/>
                <a:gdLst/>
                <a:ahLst/>
                <a:rect l="0" t="0" r="r" b="b"/>
                <a:pathLst>
                  <a:path w="501" h="501">
                    <a:moveTo>
                      <a:pt x="251" y="501"/>
                    </a:moveTo>
                    <a:lnTo>
                      <a:pt x="300" y="300"/>
                    </a:lnTo>
                    <a:lnTo>
                      <a:pt x="501" y="251"/>
                    </a:lnTo>
                    <a:lnTo>
                      <a:pt x="300" y="197"/>
                    </a:lnTo>
                    <a:lnTo>
                      <a:pt x="251" y="0"/>
                    </a:lnTo>
                    <a:lnTo>
                      <a:pt x="197" y="197"/>
                    </a:lnTo>
                    <a:lnTo>
                      <a:pt x="0" y="251"/>
                    </a:lnTo>
                    <a:lnTo>
                      <a:pt x="197" y="300"/>
                    </a:lnTo>
                    <a:lnTo>
                      <a:pt x="251" y="5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254" name=""/>
          <p:cNvGrpSpPr/>
          <p:nvPr/>
        </p:nvGrpSpPr>
        <p:grpSpPr>
          <a:xfrm>
            <a:off x="4297680" y="2103120"/>
            <a:ext cx="1463040" cy="1463040"/>
            <a:chOff x="4297680" y="2103120"/>
            <a:chExt cx="1463040" cy="1463040"/>
          </a:xfrm>
        </p:grpSpPr>
        <p:sp>
          <p:nvSpPr>
            <p:cNvPr id="255" name=""/>
            <p:cNvSpPr/>
            <p:nvPr/>
          </p:nvSpPr>
          <p:spPr>
            <a:xfrm>
              <a:off x="4297680" y="2103120"/>
              <a:ext cx="1463040" cy="1463040"/>
            </a:xfrm>
            <a:prstGeom prst="ellipse">
              <a:avLst/>
            </a:prstGeom>
            <a:solidFill>
              <a:srgbClr val="586f7c"/>
            </a:solidFill>
            <a:ln w="0">
              <a:noFill/>
            </a:ln>
            <a:effectLst>
              <a:outerShdw dist="103350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256" name=""/>
            <p:cNvGrpSpPr/>
            <p:nvPr/>
          </p:nvGrpSpPr>
          <p:grpSpPr>
            <a:xfrm>
              <a:off x="4737600" y="2450160"/>
              <a:ext cx="588960" cy="761400"/>
              <a:chOff x="4737600" y="2450160"/>
              <a:chExt cx="588960" cy="761400"/>
            </a:xfrm>
          </p:grpSpPr>
          <p:sp>
            <p:nvSpPr>
              <p:cNvPr id="257" name=""/>
              <p:cNvSpPr/>
              <p:nvPr/>
            </p:nvSpPr>
            <p:spPr>
              <a:xfrm>
                <a:off x="4737600" y="2450160"/>
                <a:ext cx="435240" cy="512280"/>
              </a:xfrm>
              <a:custGeom>
                <a:avLst/>
                <a:gdLst/>
                <a:ahLst/>
                <a:rect l="0" t="0" r="r" b="b"/>
                <a:pathLst>
                  <a:path w="1209" h="1423">
                    <a:moveTo>
                      <a:pt x="821" y="439"/>
                    </a:moveTo>
                    <a:lnTo>
                      <a:pt x="821" y="622"/>
                    </a:lnTo>
                    <a:cubicBezTo>
                      <a:pt x="821" y="669"/>
                      <a:pt x="875" y="693"/>
                      <a:pt x="906" y="657"/>
                    </a:cubicBezTo>
                    <a:lnTo>
                      <a:pt x="1194" y="369"/>
                    </a:lnTo>
                    <a:cubicBezTo>
                      <a:pt x="1214" y="354"/>
                      <a:pt x="1214" y="322"/>
                      <a:pt x="1194" y="303"/>
                    </a:cubicBezTo>
                    <a:lnTo>
                      <a:pt x="906" y="15"/>
                    </a:lnTo>
                    <a:cubicBezTo>
                      <a:pt x="875" y="-17"/>
                      <a:pt x="821" y="7"/>
                      <a:pt x="821" y="54"/>
                    </a:cubicBezTo>
                    <a:lnTo>
                      <a:pt x="821" y="237"/>
                    </a:lnTo>
                    <a:cubicBezTo>
                      <a:pt x="366" y="237"/>
                      <a:pt x="0" y="599"/>
                      <a:pt x="0" y="1055"/>
                    </a:cubicBezTo>
                    <a:cubicBezTo>
                      <a:pt x="0" y="1160"/>
                      <a:pt x="19" y="1265"/>
                      <a:pt x="58" y="1359"/>
                    </a:cubicBezTo>
                    <a:cubicBezTo>
                      <a:pt x="86" y="1429"/>
                      <a:pt x="175" y="1444"/>
                      <a:pt x="226" y="1394"/>
                    </a:cubicBezTo>
                    <a:cubicBezTo>
                      <a:pt x="253" y="1367"/>
                      <a:pt x="265" y="1324"/>
                      <a:pt x="249" y="1285"/>
                    </a:cubicBezTo>
                    <a:cubicBezTo>
                      <a:pt x="222" y="1215"/>
                      <a:pt x="206" y="1137"/>
                      <a:pt x="206" y="1055"/>
                    </a:cubicBezTo>
                    <a:cubicBezTo>
                      <a:pt x="206" y="716"/>
                      <a:pt x="482" y="439"/>
                      <a:pt x="821" y="43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58" name=""/>
              <p:cNvSpPr/>
              <p:nvPr/>
            </p:nvSpPr>
            <p:spPr>
              <a:xfrm>
                <a:off x="4892760" y="2699280"/>
                <a:ext cx="433800" cy="512280"/>
              </a:xfrm>
              <a:custGeom>
                <a:avLst/>
                <a:gdLst/>
                <a:ahLst/>
                <a:rect l="0" t="0" r="r" b="b"/>
                <a:pathLst>
                  <a:path w="1205" h="1423">
                    <a:moveTo>
                      <a:pt x="979" y="29"/>
                    </a:moveTo>
                    <a:cubicBezTo>
                      <a:pt x="952" y="56"/>
                      <a:pt x="940" y="99"/>
                      <a:pt x="956" y="138"/>
                    </a:cubicBezTo>
                    <a:cubicBezTo>
                      <a:pt x="983" y="208"/>
                      <a:pt x="999" y="286"/>
                      <a:pt x="999" y="364"/>
                    </a:cubicBezTo>
                    <a:cubicBezTo>
                      <a:pt x="999" y="703"/>
                      <a:pt x="723" y="980"/>
                      <a:pt x="388" y="980"/>
                    </a:cubicBezTo>
                    <a:lnTo>
                      <a:pt x="388" y="797"/>
                    </a:lnTo>
                    <a:cubicBezTo>
                      <a:pt x="388" y="750"/>
                      <a:pt x="334" y="727"/>
                      <a:pt x="302" y="762"/>
                    </a:cubicBezTo>
                    <a:lnTo>
                      <a:pt x="15" y="1050"/>
                    </a:lnTo>
                    <a:cubicBezTo>
                      <a:pt x="-5" y="1069"/>
                      <a:pt x="-5" y="1101"/>
                      <a:pt x="15" y="1120"/>
                    </a:cubicBezTo>
                    <a:lnTo>
                      <a:pt x="302" y="1408"/>
                    </a:lnTo>
                    <a:cubicBezTo>
                      <a:pt x="334" y="1440"/>
                      <a:pt x="388" y="1416"/>
                      <a:pt x="388" y="1373"/>
                    </a:cubicBezTo>
                    <a:lnTo>
                      <a:pt x="388" y="1186"/>
                    </a:lnTo>
                    <a:cubicBezTo>
                      <a:pt x="839" y="1186"/>
                      <a:pt x="1205" y="820"/>
                      <a:pt x="1205" y="364"/>
                    </a:cubicBezTo>
                    <a:cubicBezTo>
                      <a:pt x="1205" y="263"/>
                      <a:pt x="1186" y="158"/>
                      <a:pt x="1147" y="64"/>
                    </a:cubicBezTo>
                    <a:cubicBezTo>
                      <a:pt x="1119" y="-6"/>
                      <a:pt x="1030" y="-21"/>
                      <a:pt x="979" y="29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grpSp>
        <p:nvGrpSpPr>
          <p:cNvPr id="259" name=""/>
          <p:cNvGrpSpPr/>
          <p:nvPr/>
        </p:nvGrpSpPr>
        <p:grpSpPr>
          <a:xfrm>
            <a:off x="7570080" y="2103120"/>
            <a:ext cx="1463040" cy="1463040"/>
            <a:chOff x="7570080" y="2103120"/>
            <a:chExt cx="1463040" cy="1463040"/>
          </a:xfrm>
        </p:grpSpPr>
        <p:sp>
          <p:nvSpPr>
            <p:cNvPr id="260" name=""/>
            <p:cNvSpPr/>
            <p:nvPr/>
          </p:nvSpPr>
          <p:spPr>
            <a:xfrm>
              <a:off x="7570080" y="2103120"/>
              <a:ext cx="1463040" cy="1463040"/>
            </a:xfrm>
            <a:prstGeom prst="ellipse">
              <a:avLst/>
            </a:prstGeom>
            <a:solidFill>
              <a:srgbClr val="2f4550"/>
            </a:solidFill>
            <a:ln w="0">
              <a:noFill/>
            </a:ln>
            <a:effectLst>
              <a:outerShdw dist="101823" dir="2700000" blurRad="0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1" name=""/>
            <p:cNvSpPr/>
            <p:nvPr/>
          </p:nvSpPr>
          <p:spPr>
            <a:xfrm>
              <a:off x="7943760" y="2543040"/>
              <a:ext cx="816120" cy="541440"/>
            </a:xfrm>
            <a:custGeom>
              <a:avLst/>
              <a:gdLst/>
              <a:ahLst/>
              <a:rect l="0" t="0" r="r" b="b"/>
              <a:pathLst>
                <a:path w="2267" h="1504">
                  <a:moveTo>
                    <a:pt x="1212" y="442"/>
                  </a:moveTo>
                  <a:lnTo>
                    <a:pt x="109" y="442"/>
                  </a:lnTo>
                  <a:cubicBezTo>
                    <a:pt x="50" y="442"/>
                    <a:pt x="0" y="492"/>
                    <a:pt x="0" y="555"/>
                  </a:cubicBezTo>
                  <a:cubicBezTo>
                    <a:pt x="0" y="614"/>
                    <a:pt x="50" y="665"/>
                    <a:pt x="109" y="665"/>
                  </a:cubicBezTo>
                  <a:lnTo>
                    <a:pt x="1212" y="665"/>
                  </a:lnTo>
                  <a:cubicBezTo>
                    <a:pt x="1274" y="665"/>
                    <a:pt x="1325" y="614"/>
                    <a:pt x="1325" y="555"/>
                  </a:cubicBezTo>
                  <a:cubicBezTo>
                    <a:pt x="1325" y="492"/>
                    <a:pt x="1274" y="442"/>
                    <a:pt x="1212" y="442"/>
                  </a:cubicBezTo>
                  <a:moveTo>
                    <a:pt x="1212" y="0"/>
                  </a:moveTo>
                  <a:lnTo>
                    <a:pt x="109" y="0"/>
                  </a:lnTo>
                  <a:cubicBezTo>
                    <a:pt x="50" y="0"/>
                    <a:pt x="0" y="46"/>
                    <a:pt x="0" y="109"/>
                  </a:cubicBezTo>
                  <a:cubicBezTo>
                    <a:pt x="0" y="172"/>
                    <a:pt x="50" y="219"/>
                    <a:pt x="109" y="219"/>
                  </a:cubicBezTo>
                  <a:lnTo>
                    <a:pt x="1212" y="219"/>
                  </a:lnTo>
                  <a:cubicBezTo>
                    <a:pt x="1274" y="219"/>
                    <a:pt x="1325" y="172"/>
                    <a:pt x="1325" y="109"/>
                  </a:cubicBezTo>
                  <a:cubicBezTo>
                    <a:pt x="1325" y="46"/>
                    <a:pt x="1274" y="0"/>
                    <a:pt x="1212" y="0"/>
                  </a:cubicBezTo>
                  <a:moveTo>
                    <a:pt x="109" y="1111"/>
                  </a:moveTo>
                  <a:lnTo>
                    <a:pt x="773" y="1111"/>
                  </a:lnTo>
                  <a:cubicBezTo>
                    <a:pt x="832" y="1111"/>
                    <a:pt x="882" y="1056"/>
                    <a:pt x="882" y="997"/>
                  </a:cubicBezTo>
                  <a:cubicBezTo>
                    <a:pt x="882" y="934"/>
                    <a:pt x="832" y="888"/>
                    <a:pt x="773" y="888"/>
                  </a:cubicBezTo>
                  <a:lnTo>
                    <a:pt x="109" y="888"/>
                  </a:lnTo>
                  <a:cubicBezTo>
                    <a:pt x="50" y="888"/>
                    <a:pt x="0" y="934"/>
                    <a:pt x="0" y="997"/>
                  </a:cubicBezTo>
                  <a:cubicBezTo>
                    <a:pt x="0" y="1056"/>
                    <a:pt x="50" y="1111"/>
                    <a:pt x="109" y="1111"/>
                  </a:cubicBezTo>
                  <a:moveTo>
                    <a:pt x="2236" y="698"/>
                  </a:moveTo>
                  <a:cubicBezTo>
                    <a:pt x="2277" y="740"/>
                    <a:pt x="2277" y="812"/>
                    <a:pt x="2236" y="854"/>
                  </a:cubicBezTo>
                  <a:lnTo>
                    <a:pt x="1621" y="1472"/>
                  </a:lnTo>
                  <a:cubicBezTo>
                    <a:pt x="1575" y="1514"/>
                    <a:pt x="1508" y="1514"/>
                    <a:pt x="1463" y="1472"/>
                  </a:cubicBezTo>
                  <a:lnTo>
                    <a:pt x="1128" y="1132"/>
                  </a:lnTo>
                  <a:cubicBezTo>
                    <a:pt x="1086" y="1090"/>
                    <a:pt x="1086" y="1018"/>
                    <a:pt x="1128" y="976"/>
                  </a:cubicBezTo>
                  <a:lnTo>
                    <a:pt x="1137" y="968"/>
                  </a:lnTo>
                  <a:cubicBezTo>
                    <a:pt x="1178" y="921"/>
                    <a:pt x="1249" y="921"/>
                    <a:pt x="1291" y="968"/>
                  </a:cubicBezTo>
                  <a:lnTo>
                    <a:pt x="1542" y="1220"/>
                  </a:lnTo>
                  <a:lnTo>
                    <a:pt x="2068" y="690"/>
                  </a:lnTo>
                  <a:cubicBezTo>
                    <a:pt x="2110" y="644"/>
                    <a:pt x="2181" y="644"/>
                    <a:pt x="2227" y="690"/>
                  </a:cubicBezTo>
                  <a:lnTo>
                    <a:pt x="2236" y="69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62" name=""/>
          <p:cNvGrpSpPr/>
          <p:nvPr/>
        </p:nvGrpSpPr>
        <p:grpSpPr>
          <a:xfrm>
            <a:off x="4445640" y="1542960"/>
            <a:ext cx="1188720" cy="274320"/>
            <a:chOff x="4445640" y="1542960"/>
            <a:chExt cx="1188720" cy="274320"/>
          </a:xfrm>
        </p:grpSpPr>
        <p:sp>
          <p:nvSpPr>
            <p:cNvPr id="263" name=""/>
            <p:cNvSpPr/>
            <p:nvPr/>
          </p:nvSpPr>
          <p:spPr>
            <a:xfrm>
              <a:off x="4445640" y="1542960"/>
              <a:ext cx="274320" cy="274320"/>
            </a:xfrm>
            <a:prstGeom prst="ellipse">
              <a:avLst/>
            </a:prstGeom>
            <a:solidFill>
              <a:srgbClr val="b8db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4902840" y="1542960"/>
              <a:ext cx="274320" cy="274320"/>
            </a:xfrm>
            <a:prstGeom prst="ellipse">
              <a:avLst/>
            </a:prstGeom>
            <a:solidFill>
              <a:srgbClr val="586f7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5360040" y="1542960"/>
              <a:ext cx="274320" cy="274320"/>
            </a:xfrm>
            <a:prstGeom prst="ellipse">
              <a:avLst/>
            </a:prstGeom>
            <a:solidFill>
              <a:srgbClr val="2f45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468000" y="3564000"/>
            <a:ext cx="2952000" cy="20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/>
          </p:nvPr>
        </p:nvSpPr>
        <p:spPr>
          <a:xfrm>
            <a:off x="3528000" y="3564000"/>
            <a:ext cx="2952000" cy="20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/>
          </p:nvPr>
        </p:nvSpPr>
        <p:spPr>
          <a:xfrm>
            <a:off x="6588000" y="3564000"/>
            <a:ext cx="2952000" cy="20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>
            <a:off x="5873400" y="1190520"/>
            <a:ext cx="4094280" cy="4094280"/>
          </a:xfrm>
          <a:custGeom>
            <a:avLst/>
            <a:gdLst/>
            <a:ahLst/>
            <a:rect l="0" t="0" r="r" b="b"/>
            <a:pathLst>
              <a:path w="11373" h="11373">
                <a:moveTo>
                  <a:pt x="0" y="5726"/>
                </a:moveTo>
                <a:lnTo>
                  <a:pt x="5646" y="0"/>
                </a:lnTo>
                <a:lnTo>
                  <a:pt x="11373" y="5648"/>
                </a:lnTo>
                <a:lnTo>
                  <a:pt x="5727" y="11373"/>
                </a:lnTo>
                <a:lnTo>
                  <a:pt x="5725" y="11373"/>
                </a:lnTo>
                <a:lnTo>
                  <a:pt x="0" y="5728"/>
                </a:lnTo>
                <a:lnTo>
                  <a:pt x="0" y="5726"/>
                </a:ln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1" lang="en-US" sz="44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6163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LibreOffice/25.2.2.2$Linux_X86_64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2025-05-29T08:21:12Z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en-US</dc:language>
  <cp:lastModifiedBy/>
  <dcterms:modified xsi:type="dcterms:W3CDTF">2025-05-29T08:21:37Z</dcterms:modified>
  <cp:revision>2</cp:revision>
  <dc:subject/>
  <dc:title>Grey Elegant</dc:title>
</cp:coreProperties>
</file>